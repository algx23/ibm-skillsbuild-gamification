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48" r:id="rId2"/>
  </p:sldMasterIdLst>
  <p:notesMasterIdLst>
    <p:notesMasterId r:id="rId30"/>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4" r:id="rId25"/>
    <p:sldId id="280" r:id="rId26"/>
    <p:sldId id="281" r:id="rId27"/>
    <p:sldId id="282"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30" autoAdjust="0"/>
    <p:restoredTop sz="94652"/>
  </p:normalViewPr>
  <p:slideViewPr>
    <p:cSldViewPr snapToGrid="0">
      <p:cViewPr varScale="1">
        <p:scale>
          <a:sx n="206" d="100"/>
          <a:sy n="206" d="100"/>
        </p:scale>
        <p:origin x="184"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diagrams/_rels/data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04EF79-B4F4-4345-A45F-9920AB3AD884}"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4F2B9488-1AA5-46B0-AE44-C8C27193A43E}">
      <dgm:prSet/>
      <dgm:spPr/>
      <dgm:t>
        <a:bodyPr/>
        <a:lstStyle/>
        <a:p>
          <a:r>
            <a:rPr lang="en-US"/>
            <a:t>Three questions to answer:</a:t>
          </a:r>
        </a:p>
      </dgm:t>
    </dgm:pt>
    <dgm:pt modelId="{C1CA42A8-F3ED-4B19-9DF4-6274CD1E5014}" type="parTrans" cxnId="{FD599863-A257-4D58-893C-0C907FBB5204}">
      <dgm:prSet/>
      <dgm:spPr/>
      <dgm:t>
        <a:bodyPr/>
        <a:lstStyle/>
        <a:p>
          <a:endParaRPr lang="en-US"/>
        </a:p>
      </dgm:t>
    </dgm:pt>
    <dgm:pt modelId="{3F8504BF-E70B-4191-8E19-44B843934A6F}" type="sibTrans" cxnId="{FD599863-A257-4D58-893C-0C907FBB5204}">
      <dgm:prSet/>
      <dgm:spPr/>
      <dgm:t>
        <a:bodyPr/>
        <a:lstStyle/>
        <a:p>
          <a:endParaRPr lang="en-US"/>
        </a:p>
      </dgm:t>
    </dgm:pt>
    <dgm:pt modelId="{FFFEE5A7-F8D4-4A16-8787-53287D33D266}">
      <dgm:prSet/>
      <dgm:spPr/>
      <dgm:t>
        <a:bodyPr/>
        <a:lstStyle/>
        <a:p>
          <a:r>
            <a:rPr lang="en-US"/>
            <a:t>What have you been working on?</a:t>
          </a:r>
        </a:p>
      </dgm:t>
    </dgm:pt>
    <dgm:pt modelId="{A1824523-C439-41FB-AABB-5FD1DF8B7D31}" type="parTrans" cxnId="{4C442D74-F083-4232-AC92-D2D987EF4CEA}">
      <dgm:prSet/>
      <dgm:spPr/>
      <dgm:t>
        <a:bodyPr/>
        <a:lstStyle/>
        <a:p>
          <a:endParaRPr lang="en-US"/>
        </a:p>
      </dgm:t>
    </dgm:pt>
    <dgm:pt modelId="{A32C8A69-63F2-45C6-849E-7F77A4DEC4CE}" type="sibTrans" cxnId="{4C442D74-F083-4232-AC92-D2D987EF4CEA}">
      <dgm:prSet/>
      <dgm:spPr/>
      <dgm:t>
        <a:bodyPr/>
        <a:lstStyle/>
        <a:p>
          <a:endParaRPr lang="en-US"/>
        </a:p>
      </dgm:t>
    </dgm:pt>
    <dgm:pt modelId="{B858312F-0BBE-4624-952D-71B9E245F45B}">
      <dgm:prSet/>
      <dgm:spPr/>
      <dgm:t>
        <a:bodyPr/>
        <a:lstStyle/>
        <a:p>
          <a:r>
            <a:rPr lang="en-US"/>
            <a:t>What is blocking you right now?</a:t>
          </a:r>
        </a:p>
      </dgm:t>
    </dgm:pt>
    <dgm:pt modelId="{15A27352-BA34-4E5B-ADCC-ECAD9A3A9B6E}" type="parTrans" cxnId="{194BC890-1992-410A-9C68-4A148C66711C}">
      <dgm:prSet/>
      <dgm:spPr/>
      <dgm:t>
        <a:bodyPr/>
        <a:lstStyle/>
        <a:p>
          <a:endParaRPr lang="en-US"/>
        </a:p>
      </dgm:t>
    </dgm:pt>
    <dgm:pt modelId="{B5F541EC-A61C-471D-8310-919CCD34386C}" type="sibTrans" cxnId="{194BC890-1992-410A-9C68-4A148C66711C}">
      <dgm:prSet/>
      <dgm:spPr/>
      <dgm:t>
        <a:bodyPr/>
        <a:lstStyle/>
        <a:p>
          <a:endParaRPr lang="en-US"/>
        </a:p>
      </dgm:t>
    </dgm:pt>
    <dgm:pt modelId="{994667D3-F6B1-409A-A7A8-F72B3D1ECC62}">
      <dgm:prSet/>
      <dgm:spPr/>
      <dgm:t>
        <a:bodyPr/>
        <a:lstStyle/>
        <a:p>
          <a:r>
            <a:rPr lang="en-US"/>
            <a:t>What are you going to be working on?</a:t>
          </a:r>
        </a:p>
      </dgm:t>
    </dgm:pt>
    <dgm:pt modelId="{B4D5A6AE-09DF-4A3A-89F7-BE8F1BFF440F}" type="parTrans" cxnId="{78353E62-2935-457C-95A4-4D842F2624DB}">
      <dgm:prSet/>
      <dgm:spPr/>
      <dgm:t>
        <a:bodyPr/>
        <a:lstStyle/>
        <a:p>
          <a:endParaRPr lang="en-US"/>
        </a:p>
      </dgm:t>
    </dgm:pt>
    <dgm:pt modelId="{313644FC-8C76-49F2-931D-0F0AD92E1B5D}" type="sibTrans" cxnId="{78353E62-2935-457C-95A4-4D842F2624DB}">
      <dgm:prSet/>
      <dgm:spPr/>
      <dgm:t>
        <a:bodyPr/>
        <a:lstStyle/>
        <a:p>
          <a:endParaRPr lang="en-US"/>
        </a:p>
      </dgm:t>
    </dgm:pt>
    <dgm:pt modelId="{37668E5C-0E9C-C843-9904-A364F1D689DF}" type="pres">
      <dgm:prSet presAssocID="{8E04EF79-B4F4-4345-A45F-9920AB3AD884}" presName="linear" presStyleCnt="0">
        <dgm:presLayoutVars>
          <dgm:dir/>
          <dgm:animLvl val="lvl"/>
          <dgm:resizeHandles val="exact"/>
        </dgm:presLayoutVars>
      </dgm:prSet>
      <dgm:spPr/>
    </dgm:pt>
    <dgm:pt modelId="{CD8330D0-B1F6-A34D-90D0-BAB2CA69691C}" type="pres">
      <dgm:prSet presAssocID="{4F2B9488-1AA5-46B0-AE44-C8C27193A43E}" presName="parentLin" presStyleCnt="0"/>
      <dgm:spPr/>
    </dgm:pt>
    <dgm:pt modelId="{29EF86FB-1C41-EA49-8795-7BD7552DDF27}" type="pres">
      <dgm:prSet presAssocID="{4F2B9488-1AA5-46B0-AE44-C8C27193A43E}" presName="parentLeftMargin" presStyleLbl="node1" presStyleIdx="0" presStyleCnt="1"/>
      <dgm:spPr/>
    </dgm:pt>
    <dgm:pt modelId="{180D6D06-88AD-E44C-A6C5-A5AE964A7E8E}" type="pres">
      <dgm:prSet presAssocID="{4F2B9488-1AA5-46B0-AE44-C8C27193A43E}" presName="parentText" presStyleLbl="node1" presStyleIdx="0" presStyleCnt="1">
        <dgm:presLayoutVars>
          <dgm:chMax val="0"/>
          <dgm:bulletEnabled val="1"/>
        </dgm:presLayoutVars>
      </dgm:prSet>
      <dgm:spPr/>
    </dgm:pt>
    <dgm:pt modelId="{D8E649D6-AC35-FE4F-B527-E78DBC3FA65C}" type="pres">
      <dgm:prSet presAssocID="{4F2B9488-1AA5-46B0-AE44-C8C27193A43E}" presName="negativeSpace" presStyleCnt="0"/>
      <dgm:spPr/>
    </dgm:pt>
    <dgm:pt modelId="{94DDB111-0E8C-2F4D-A44C-BC8CC4F5F4DB}" type="pres">
      <dgm:prSet presAssocID="{4F2B9488-1AA5-46B0-AE44-C8C27193A43E}" presName="childText" presStyleLbl="conFgAcc1" presStyleIdx="0" presStyleCnt="1">
        <dgm:presLayoutVars>
          <dgm:bulletEnabled val="1"/>
        </dgm:presLayoutVars>
      </dgm:prSet>
      <dgm:spPr/>
    </dgm:pt>
  </dgm:ptLst>
  <dgm:cxnLst>
    <dgm:cxn modelId="{5E07A23A-5B06-714D-BD01-EE434080CD79}" type="presOf" srcId="{4F2B9488-1AA5-46B0-AE44-C8C27193A43E}" destId="{29EF86FB-1C41-EA49-8795-7BD7552DDF27}" srcOrd="0" destOrd="0" presId="urn:microsoft.com/office/officeart/2005/8/layout/list1"/>
    <dgm:cxn modelId="{AF7AD852-92FB-3540-A835-499EFB7944D9}" type="presOf" srcId="{4F2B9488-1AA5-46B0-AE44-C8C27193A43E}" destId="{180D6D06-88AD-E44C-A6C5-A5AE964A7E8E}" srcOrd="1" destOrd="0" presId="urn:microsoft.com/office/officeart/2005/8/layout/list1"/>
    <dgm:cxn modelId="{78353E62-2935-457C-95A4-4D842F2624DB}" srcId="{4F2B9488-1AA5-46B0-AE44-C8C27193A43E}" destId="{994667D3-F6B1-409A-A7A8-F72B3D1ECC62}" srcOrd="2" destOrd="0" parTransId="{B4D5A6AE-09DF-4A3A-89F7-BE8F1BFF440F}" sibTransId="{313644FC-8C76-49F2-931D-0F0AD92E1B5D}"/>
    <dgm:cxn modelId="{FD599863-A257-4D58-893C-0C907FBB5204}" srcId="{8E04EF79-B4F4-4345-A45F-9920AB3AD884}" destId="{4F2B9488-1AA5-46B0-AE44-C8C27193A43E}" srcOrd="0" destOrd="0" parTransId="{C1CA42A8-F3ED-4B19-9DF4-6274CD1E5014}" sibTransId="{3F8504BF-E70B-4191-8E19-44B843934A6F}"/>
    <dgm:cxn modelId="{4C442D74-F083-4232-AC92-D2D987EF4CEA}" srcId="{4F2B9488-1AA5-46B0-AE44-C8C27193A43E}" destId="{FFFEE5A7-F8D4-4A16-8787-53287D33D266}" srcOrd="0" destOrd="0" parTransId="{A1824523-C439-41FB-AABB-5FD1DF8B7D31}" sibTransId="{A32C8A69-63F2-45C6-849E-7F77A4DEC4CE}"/>
    <dgm:cxn modelId="{7E23A37C-ED76-B446-AFDC-F5E7E428A667}" type="presOf" srcId="{B858312F-0BBE-4624-952D-71B9E245F45B}" destId="{94DDB111-0E8C-2F4D-A44C-BC8CC4F5F4DB}" srcOrd="0" destOrd="1" presId="urn:microsoft.com/office/officeart/2005/8/layout/list1"/>
    <dgm:cxn modelId="{5909728B-BEA7-F64B-A267-97863860B0EA}" type="presOf" srcId="{8E04EF79-B4F4-4345-A45F-9920AB3AD884}" destId="{37668E5C-0E9C-C843-9904-A364F1D689DF}" srcOrd="0" destOrd="0" presId="urn:microsoft.com/office/officeart/2005/8/layout/list1"/>
    <dgm:cxn modelId="{194BC890-1992-410A-9C68-4A148C66711C}" srcId="{4F2B9488-1AA5-46B0-AE44-C8C27193A43E}" destId="{B858312F-0BBE-4624-952D-71B9E245F45B}" srcOrd="1" destOrd="0" parTransId="{15A27352-BA34-4E5B-ADCC-ECAD9A3A9B6E}" sibTransId="{B5F541EC-A61C-471D-8310-919CCD34386C}"/>
    <dgm:cxn modelId="{90230CDD-0F37-4142-A956-3319BBC96819}" type="presOf" srcId="{994667D3-F6B1-409A-A7A8-F72B3D1ECC62}" destId="{94DDB111-0E8C-2F4D-A44C-BC8CC4F5F4DB}" srcOrd="0" destOrd="2" presId="urn:microsoft.com/office/officeart/2005/8/layout/list1"/>
    <dgm:cxn modelId="{D8BA8DFC-555B-8B43-AC78-E3E21E1D844A}" type="presOf" srcId="{FFFEE5A7-F8D4-4A16-8787-53287D33D266}" destId="{94DDB111-0E8C-2F4D-A44C-BC8CC4F5F4DB}" srcOrd="0" destOrd="0" presId="urn:microsoft.com/office/officeart/2005/8/layout/list1"/>
    <dgm:cxn modelId="{0C752051-73E3-2142-89B2-281CD2F7E83D}" type="presParOf" srcId="{37668E5C-0E9C-C843-9904-A364F1D689DF}" destId="{CD8330D0-B1F6-A34D-90D0-BAB2CA69691C}" srcOrd="0" destOrd="0" presId="urn:microsoft.com/office/officeart/2005/8/layout/list1"/>
    <dgm:cxn modelId="{7709DAEF-51FD-B24F-8504-76187B773B2C}" type="presParOf" srcId="{CD8330D0-B1F6-A34D-90D0-BAB2CA69691C}" destId="{29EF86FB-1C41-EA49-8795-7BD7552DDF27}" srcOrd="0" destOrd="0" presId="urn:microsoft.com/office/officeart/2005/8/layout/list1"/>
    <dgm:cxn modelId="{EA9CBE43-BAAD-E748-8FA0-41F6FD691F2E}" type="presParOf" srcId="{CD8330D0-B1F6-A34D-90D0-BAB2CA69691C}" destId="{180D6D06-88AD-E44C-A6C5-A5AE964A7E8E}" srcOrd="1" destOrd="0" presId="urn:microsoft.com/office/officeart/2005/8/layout/list1"/>
    <dgm:cxn modelId="{3ABC25F9-8834-484B-AB1E-676A761CBA5F}" type="presParOf" srcId="{37668E5C-0E9C-C843-9904-A364F1D689DF}" destId="{D8E649D6-AC35-FE4F-B527-E78DBC3FA65C}" srcOrd="1" destOrd="0" presId="urn:microsoft.com/office/officeart/2005/8/layout/list1"/>
    <dgm:cxn modelId="{828CB800-537D-234F-860D-1E647FB1F3D7}" type="presParOf" srcId="{37668E5C-0E9C-C843-9904-A364F1D689DF}" destId="{94DDB111-0E8C-2F4D-A44C-BC8CC4F5F4DB}" srcOrd="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A15861-7598-4260-9CEB-D9381E6C05B0}"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1799E32-AE53-4A7E-9BFB-0C4A1183C23A}">
      <dgm:prSet/>
      <dgm:spPr/>
      <dgm:t>
        <a:bodyPr/>
        <a:lstStyle/>
        <a:p>
          <a:pPr>
            <a:lnSpc>
              <a:spcPct val="100000"/>
            </a:lnSpc>
            <a:defRPr cap="all"/>
          </a:pPr>
          <a:r>
            <a:rPr lang="en-US" dirty="0"/>
            <a:t>team members were kept accountable.</a:t>
          </a:r>
        </a:p>
      </dgm:t>
    </dgm:pt>
    <dgm:pt modelId="{8E260A81-AA3D-4181-BD0F-85619E2D9E26}" type="parTrans" cxnId="{E5C91995-BB9B-4AB5-9430-A81B77D726FC}">
      <dgm:prSet/>
      <dgm:spPr/>
      <dgm:t>
        <a:bodyPr/>
        <a:lstStyle/>
        <a:p>
          <a:endParaRPr lang="en-US"/>
        </a:p>
      </dgm:t>
    </dgm:pt>
    <dgm:pt modelId="{C57230FE-D53C-4017-9FFF-C3141097313C}" type="sibTrans" cxnId="{E5C91995-BB9B-4AB5-9430-A81B77D726FC}">
      <dgm:prSet/>
      <dgm:spPr/>
      <dgm:t>
        <a:bodyPr/>
        <a:lstStyle/>
        <a:p>
          <a:endParaRPr lang="en-US"/>
        </a:p>
      </dgm:t>
    </dgm:pt>
    <dgm:pt modelId="{23D6CA64-40D7-4CF0-BC4F-439281ECE729}">
      <dgm:prSet/>
      <dgm:spPr/>
      <dgm:t>
        <a:bodyPr/>
        <a:lstStyle/>
        <a:p>
          <a:pPr>
            <a:lnSpc>
              <a:spcPct val="100000"/>
            </a:lnSpc>
            <a:defRPr cap="all"/>
          </a:pPr>
          <a:r>
            <a:rPr lang="en-US" dirty="0"/>
            <a:t>workload was consistent.</a:t>
          </a:r>
        </a:p>
      </dgm:t>
    </dgm:pt>
    <dgm:pt modelId="{8411A7F4-B6A2-4802-8245-6B9AA1D262AA}" type="parTrans" cxnId="{1FC2C38C-72BB-4586-860F-C851EA92196B}">
      <dgm:prSet/>
      <dgm:spPr/>
      <dgm:t>
        <a:bodyPr/>
        <a:lstStyle/>
        <a:p>
          <a:endParaRPr lang="en-US"/>
        </a:p>
      </dgm:t>
    </dgm:pt>
    <dgm:pt modelId="{51DC0B9C-9E12-4393-B169-A969D50B8694}" type="sibTrans" cxnId="{1FC2C38C-72BB-4586-860F-C851EA92196B}">
      <dgm:prSet/>
      <dgm:spPr/>
      <dgm:t>
        <a:bodyPr/>
        <a:lstStyle/>
        <a:p>
          <a:endParaRPr lang="en-US"/>
        </a:p>
      </dgm:t>
    </dgm:pt>
    <dgm:pt modelId="{66CB6DDE-FB9F-41B2-98C5-0024EDF4D8B8}">
      <dgm:prSet/>
      <dgm:spPr/>
      <dgm:t>
        <a:bodyPr/>
        <a:lstStyle/>
        <a:p>
          <a:pPr>
            <a:lnSpc>
              <a:spcPct val="100000"/>
            </a:lnSpc>
            <a:defRPr cap="all"/>
          </a:pPr>
          <a:r>
            <a:rPr lang="en-US" dirty="0"/>
            <a:t>no user stories left in the backlog for either sprint.</a:t>
          </a:r>
        </a:p>
      </dgm:t>
    </dgm:pt>
    <dgm:pt modelId="{C1B601FB-DA0D-4879-9BBF-998593D7FE88}" type="parTrans" cxnId="{7F0258BD-D204-499F-9449-F731AA0CDEC4}">
      <dgm:prSet/>
      <dgm:spPr/>
      <dgm:t>
        <a:bodyPr/>
        <a:lstStyle/>
        <a:p>
          <a:endParaRPr lang="en-US"/>
        </a:p>
      </dgm:t>
    </dgm:pt>
    <dgm:pt modelId="{692DEB07-4366-4BCC-9FBA-1DF8E4420125}" type="sibTrans" cxnId="{7F0258BD-D204-499F-9449-F731AA0CDEC4}">
      <dgm:prSet/>
      <dgm:spPr/>
      <dgm:t>
        <a:bodyPr/>
        <a:lstStyle/>
        <a:p>
          <a:endParaRPr lang="en-US"/>
        </a:p>
      </dgm:t>
    </dgm:pt>
    <dgm:pt modelId="{EB0335F2-051F-4B28-84F7-5CDFA1E94085}" type="pres">
      <dgm:prSet presAssocID="{5EA15861-7598-4260-9CEB-D9381E6C05B0}" presName="root" presStyleCnt="0">
        <dgm:presLayoutVars>
          <dgm:dir/>
          <dgm:resizeHandles val="exact"/>
        </dgm:presLayoutVars>
      </dgm:prSet>
      <dgm:spPr/>
    </dgm:pt>
    <dgm:pt modelId="{DFD701A7-0DA9-4F1D-931D-7A30BD2143C7}" type="pres">
      <dgm:prSet presAssocID="{D1799E32-AE53-4A7E-9BFB-0C4A1183C23A}" presName="compNode" presStyleCnt="0"/>
      <dgm:spPr/>
    </dgm:pt>
    <dgm:pt modelId="{B660B732-9CC7-4BA2-B4AA-186D2B6282DF}" type="pres">
      <dgm:prSet presAssocID="{D1799E32-AE53-4A7E-9BFB-0C4A1183C23A}" presName="iconBgRect" presStyleLbl="bgShp" presStyleIdx="0" presStyleCnt="3"/>
      <dgm:spPr/>
    </dgm:pt>
    <dgm:pt modelId="{1EB11F85-7858-4724-9346-2E17B7CC5F13}" type="pres">
      <dgm:prSet presAssocID="{D1799E32-AE53-4A7E-9BFB-0C4A1183C23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B52AE9BE-6B5C-45F1-8D62-FCB81CA76923}" type="pres">
      <dgm:prSet presAssocID="{D1799E32-AE53-4A7E-9BFB-0C4A1183C23A}" presName="spaceRect" presStyleCnt="0"/>
      <dgm:spPr/>
    </dgm:pt>
    <dgm:pt modelId="{2B20FADB-3E60-409E-BFA6-CD406B3ADFE6}" type="pres">
      <dgm:prSet presAssocID="{D1799E32-AE53-4A7E-9BFB-0C4A1183C23A}" presName="textRect" presStyleLbl="revTx" presStyleIdx="0" presStyleCnt="3">
        <dgm:presLayoutVars>
          <dgm:chMax val="1"/>
          <dgm:chPref val="1"/>
        </dgm:presLayoutVars>
      </dgm:prSet>
      <dgm:spPr/>
    </dgm:pt>
    <dgm:pt modelId="{EBDE3C8B-5CED-4A85-A854-6AFE09BA52F9}" type="pres">
      <dgm:prSet presAssocID="{C57230FE-D53C-4017-9FFF-C3141097313C}" presName="sibTrans" presStyleCnt="0"/>
      <dgm:spPr/>
    </dgm:pt>
    <dgm:pt modelId="{B585632C-B536-41C4-8B6B-3FB39E05B742}" type="pres">
      <dgm:prSet presAssocID="{23D6CA64-40D7-4CF0-BC4F-439281ECE729}" presName="compNode" presStyleCnt="0"/>
      <dgm:spPr/>
    </dgm:pt>
    <dgm:pt modelId="{4AB6A9E6-859C-48F2-9B60-68EEFE51B1D5}" type="pres">
      <dgm:prSet presAssocID="{23D6CA64-40D7-4CF0-BC4F-439281ECE729}" presName="iconBgRect" presStyleLbl="bgShp" presStyleIdx="1" presStyleCnt="3"/>
      <dgm:spPr/>
    </dgm:pt>
    <dgm:pt modelId="{C48AF93A-B5B9-4065-9727-085CDAEB20BD}" type="pres">
      <dgm:prSet presAssocID="{23D6CA64-40D7-4CF0-BC4F-439281ECE72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bbon"/>
        </a:ext>
      </dgm:extLst>
    </dgm:pt>
    <dgm:pt modelId="{2C36D697-4C1F-4904-87C1-2A0BF4FF9FFD}" type="pres">
      <dgm:prSet presAssocID="{23D6CA64-40D7-4CF0-BC4F-439281ECE729}" presName="spaceRect" presStyleCnt="0"/>
      <dgm:spPr/>
    </dgm:pt>
    <dgm:pt modelId="{F57F4867-5796-4936-AD79-C90BCC16102E}" type="pres">
      <dgm:prSet presAssocID="{23D6CA64-40D7-4CF0-BC4F-439281ECE729}" presName="textRect" presStyleLbl="revTx" presStyleIdx="1" presStyleCnt="3">
        <dgm:presLayoutVars>
          <dgm:chMax val="1"/>
          <dgm:chPref val="1"/>
        </dgm:presLayoutVars>
      </dgm:prSet>
      <dgm:spPr/>
    </dgm:pt>
    <dgm:pt modelId="{F65B558E-47AF-4FB0-A09C-B354A19EEFD7}" type="pres">
      <dgm:prSet presAssocID="{51DC0B9C-9E12-4393-B169-A969D50B8694}" presName="sibTrans" presStyleCnt="0"/>
      <dgm:spPr/>
    </dgm:pt>
    <dgm:pt modelId="{C415B604-5B6E-4B94-801B-6593CA55B213}" type="pres">
      <dgm:prSet presAssocID="{66CB6DDE-FB9F-41B2-98C5-0024EDF4D8B8}" presName="compNode" presStyleCnt="0"/>
      <dgm:spPr/>
    </dgm:pt>
    <dgm:pt modelId="{DA9BABEA-41B9-4BF7-96DF-3288C96ADD02}" type="pres">
      <dgm:prSet presAssocID="{66CB6DDE-FB9F-41B2-98C5-0024EDF4D8B8}" presName="iconBgRect" presStyleLbl="bgShp" presStyleIdx="2" presStyleCnt="3"/>
      <dgm:spPr/>
    </dgm:pt>
    <dgm:pt modelId="{C47691DF-8A23-4CFD-8350-A4FF91844706}" type="pres">
      <dgm:prSet presAssocID="{66CB6DDE-FB9F-41B2-98C5-0024EDF4D8B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141F0E69-EEC9-4AFD-A139-1B80C7D9390D}" type="pres">
      <dgm:prSet presAssocID="{66CB6DDE-FB9F-41B2-98C5-0024EDF4D8B8}" presName="spaceRect" presStyleCnt="0"/>
      <dgm:spPr/>
    </dgm:pt>
    <dgm:pt modelId="{807D5E0B-6797-4CF5-A8B0-0069E84286F4}" type="pres">
      <dgm:prSet presAssocID="{66CB6DDE-FB9F-41B2-98C5-0024EDF4D8B8}" presName="textRect" presStyleLbl="revTx" presStyleIdx="2" presStyleCnt="3">
        <dgm:presLayoutVars>
          <dgm:chMax val="1"/>
          <dgm:chPref val="1"/>
        </dgm:presLayoutVars>
      </dgm:prSet>
      <dgm:spPr/>
    </dgm:pt>
  </dgm:ptLst>
  <dgm:cxnLst>
    <dgm:cxn modelId="{60301D37-79E0-1D45-B907-A5C47E4749AA}" type="presOf" srcId="{D1799E32-AE53-4A7E-9BFB-0C4A1183C23A}" destId="{2B20FADB-3E60-409E-BFA6-CD406B3ADFE6}" srcOrd="0" destOrd="0" presId="urn:microsoft.com/office/officeart/2018/5/layout/IconCircleLabelList"/>
    <dgm:cxn modelId="{9AB7653E-EAF4-524D-9B1A-FB258536C9A0}" type="presOf" srcId="{5EA15861-7598-4260-9CEB-D9381E6C05B0}" destId="{EB0335F2-051F-4B28-84F7-5CDFA1E94085}" srcOrd="0" destOrd="0" presId="urn:microsoft.com/office/officeart/2018/5/layout/IconCircleLabelList"/>
    <dgm:cxn modelId="{AA425E84-3865-F64E-BDC2-62051AB7EA45}" type="presOf" srcId="{23D6CA64-40D7-4CF0-BC4F-439281ECE729}" destId="{F57F4867-5796-4936-AD79-C90BCC16102E}" srcOrd="0" destOrd="0" presId="urn:microsoft.com/office/officeart/2018/5/layout/IconCircleLabelList"/>
    <dgm:cxn modelId="{1FC2C38C-72BB-4586-860F-C851EA92196B}" srcId="{5EA15861-7598-4260-9CEB-D9381E6C05B0}" destId="{23D6CA64-40D7-4CF0-BC4F-439281ECE729}" srcOrd="1" destOrd="0" parTransId="{8411A7F4-B6A2-4802-8245-6B9AA1D262AA}" sibTransId="{51DC0B9C-9E12-4393-B169-A969D50B8694}"/>
    <dgm:cxn modelId="{E5C91995-BB9B-4AB5-9430-A81B77D726FC}" srcId="{5EA15861-7598-4260-9CEB-D9381E6C05B0}" destId="{D1799E32-AE53-4A7E-9BFB-0C4A1183C23A}" srcOrd="0" destOrd="0" parTransId="{8E260A81-AA3D-4181-BD0F-85619E2D9E26}" sibTransId="{C57230FE-D53C-4017-9FFF-C3141097313C}"/>
    <dgm:cxn modelId="{7F0258BD-D204-499F-9449-F731AA0CDEC4}" srcId="{5EA15861-7598-4260-9CEB-D9381E6C05B0}" destId="{66CB6DDE-FB9F-41B2-98C5-0024EDF4D8B8}" srcOrd="2" destOrd="0" parTransId="{C1B601FB-DA0D-4879-9BBF-998593D7FE88}" sibTransId="{692DEB07-4366-4BCC-9FBA-1DF8E4420125}"/>
    <dgm:cxn modelId="{FD136FD1-0E14-9146-AD3A-2311ED020574}" type="presOf" srcId="{66CB6DDE-FB9F-41B2-98C5-0024EDF4D8B8}" destId="{807D5E0B-6797-4CF5-A8B0-0069E84286F4}" srcOrd="0" destOrd="0" presId="urn:microsoft.com/office/officeart/2018/5/layout/IconCircleLabelList"/>
    <dgm:cxn modelId="{52BE2FC1-45CD-6143-9485-DC5E4203401D}" type="presParOf" srcId="{EB0335F2-051F-4B28-84F7-5CDFA1E94085}" destId="{DFD701A7-0DA9-4F1D-931D-7A30BD2143C7}" srcOrd="0" destOrd="0" presId="urn:microsoft.com/office/officeart/2018/5/layout/IconCircleLabelList"/>
    <dgm:cxn modelId="{0C0852E4-6948-3548-8002-3F5A3A31121B}" type="presParOf" srcId="{DFD701A7-0DA9-4F1D-931D-7A30BD2143C7}" destId="{B660B732-9CC7-4BA2-B4AA-186D2B6282DF}" srcOrd="0" destOrd="0" presId="urn:microsoft.com/office/officeart/2018/5/layout/IconCircleLabelList"/>
    <dgm:cxn modelId="{7A4D84AE-F917-6A4A-A7C5-B67DC0BFD220}" type="presParOf" srcId="{DFD701A7-0DA9-4F1D-931D-7A30BD2143C7}" destId="{1EB11F85-7858-4724-9346-2E17B7CC5F13}" srcOrd="1" destOrd="0" presId="urn:microsoft.com/office/officeart/2018/5/layout/IconCircleLabelList"/>
    <dgm:cxn modelId="{A142AD16-8C70-CE40-860B-4B8DAF2EA737}" type="presParOf" srcId="{DFD701A7-0DA9-4F1D-931D-7A30BD2143C7}" destId="{B52AE9BE-6B5C-45F1-8D62-FCB81CA76923}" srcOrd="2" destOrd="0" presId="urn:microsoft.com/office/officeart/2018/5/layout/IconCircleLabelList"/>
    <dgm:cxn modelId="{7E251210-3E33-8D4E-BA10-9F146B81A2C4}" type="presParOf" srcId="{DFD701A7-0DA9-4F1D-931D-7A30BD2143C7}" destId="{2B20FADB-3E60-409E-BFA6-CD406B3ADFE6}" srcOrd="3" destOrd="0" presId="urn:microsoft.com/office/officeart/2018/5/layout/IconCircleLabelList"/>
    <dgm:cxn modelId="{0A6BFB7C-C7C5-7A42-8983-5B5CAD88BDA8}" type="presParOf" srcId="{EB0335F2-051F-4B28-84F7-5CDFA1E94085}" destId="{EBDE3C8B-5CED-4A85-A854-6AFE09BA52F9}" srcOrd="1" destOrd="0" presId="urn:microsoft.com/office/officeart/2018/5/layout/IconCircleLabelList"/>
    <dgm:cxn modelId="{DC9F2937-C962-2544-9850-E9F843ECCDA0}" type="presParOf" srcId="{EB0335F2-051F-4B28-84F7-5CDFA1E94085}" destId="{B585632C-B536-41C4-8B6B-3FB39E05B742}" srcOrd="2" destOrd="0" presId="urn:microsoft.com/office/officeart/2018/5/layout/IconCircleLabelList"/>
    <dgm:cxn modelId="{49F57B9F-BE42-A741-88C2-8DFB0C088720}" type="presParOf" srcId="{B585632C-B536-41C4-8B6B-3FB39E05B742}" destId="{4AB6A9E6-859C-48F2-9B60-68EEFE51B1D5}" srcOrd="0" destOrd="0" presId="urn:microsoft.com/office/officeart/2018/5/layout/IconCircleLabelList"/>
    <dgm:cxn modelId="{C479AED8-09B9-8449-8B76-A10B4FBA8467}" type="presParOf" srcId="{B585632C-B536-41C4-8B6B-3FB39E05B742}" destId="{C48AF93A-B5B9-4065-9727-085CDAEB20BD}" srcOrd="1" destOrd="0" presId="urn:microsoft.com/office/officeart/2018/5/layout/IconCircleLabelList"/>
    <dgm:cxn modelId="{490B0101-782D-294D-B633-9F07229AA952}" type="presParOf" srcId="{B585632C-B536-41C4-8B6B-3FB39E05B742}" destId="{2C36D697-4C1F-4904-87C1-2A0BF4FF9FFD}" srcOrd="2" destOrd="0" presId="urn:microsoft.com/office/officeart/2018/5/layout/IconCircleLabelList"/>
    <dgm:cxn modelId="{E6AB3AB0-8777-7341-BA4A-CFE20E0C5246}" type="presParOf" srcId="{B585632C-B536-41C4-8B6B-3FB39E05B742}" destId="{F57F4867-5796-4936-AD79-C90BCC16102E}" srcOrd="3" destOrd="0" presId="urn:microsoft.com/office/officeart/2018/5/layout/IconCircleLabelList"/>
    <dgm:cxn modelId="{2816292C-387F-9643-912B-53479DA4F39D}" type="presParOf" srcId="{EB0335F2-051F-4B28-84F7-5CDFA1E94085}" destId="{F65B558E-47AF-4FB0-A09C-B354A19EEFD7}" srcOrd="3" destOrd="0" presId="urn:microsoft.com/office/officeart/2018/5/layout/IconCircleLabelList"/>
    <dgm:cxn modelId="{A00EB3AE-C8C6-634E-B00A-DC9D15E594E9}" type="presParOf" srcId="{EB0335F2-051F-4B28-84F7-5CDFA1E94085}" destId="{C415B604-5B6E-4B94-801B-6593CA55B213}" srcOrd="4" destOrd="0" presId="urn:microsoft.com/office/officeart/2018/5/layout/IconCircleLabelList"/>
    <dgm:cxn modelId="{18B24991-7673-FD45-8332-A82E4556DED5}" type="presParOf" srcId="{C415B604-5B6E-4B94-801B-6593CA55B213}" destId="{DA9BABEA-41B9-4BF7-96DF-3288C96ADD02}" srcOrd="0" destOrd="0" presId="urn:microsoft.com/office/officeart/2018/5/layout/IconCircleLabelList"/>
    <dgm:cxn modelId="{1B3904AD-386C-B544-8589-9EC81A4A2E05}" type="presParOf" srcId="{C415B604-5B6E-4B94-801B-6593CA55B213}" destId="{C47691DF-8A23-4CFD-8350-A4FF91844706}" srcOrd="1" destOrd="0" presId="urn:microsoft.com/office/officeart/2018/5/layout/IconCircleLabelList"/>
    <dgm:cxn modelId="{8B6BD461-1F21-3346-B4CA-6816F51A4CE8}" type="presParOf" srcId="{C415B604-5B6E-4B94-801B-6593CA55B213}" destId="{141F0E69-EEC9-4AFD-A139-1B80C7D9390D}" srcOrd="2" destOrd="0" presId="urn:microsoft.com/office/officeart/2018/5/layout/IconCircleLabelList"/>
    <dgm:cxn modelId="{DA8979CB-0DAE-0C47-A661-53B3E436E7ED}" type="presParOf" srcId="{C415B604-5B6E-4B94-801B-6593CA55B213}" destId="{807D5E0B-6797-4CF5-A8B0-0069E84286F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DDB111-0E8C-2F4D-A44C-BC8CC4F5F4DB}">
      <dsp:nvSpPr>
        <dsp:cNvPr id="0" name=""/>
        <dsp:cNvSpPr/>
      </dsp:nvSpPr>
      <dsp:spPr>
        <a:xfrm>
          <a:off x="0" y="454388"/>
          <a:ext cx="7544235" cy="21923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85516" tIns="604012" rIns="585516" bIns="206248" numCol="1" spcCol="1270" anchor="t" anchorCtr="0">
          <a:noAutofit/>
        </a:bodyPr>
        <a:lstStyle/>
        <a:p>
          <a:pPr marL="285750" lvl="1" indent="-285750" algn="l" defTabSz="1289050">
            <a:lnSpc>
              <a:spcPct val="90000"/>
            </a:lnSpc>
            <a:spcBef>
              <a:spcPct val="0"/>
            </a:spcBef>
            <a:spcAft>
              <a:spcPct val="15000"/>
            </a:spcAft>
            <a:buChar char="•"/>
          </a:pPr>
          <a:r>
            <a:rPr lang="en-US" sz="2900" kern="1200"/>
            <a:t>What have you been working on?</a:t>
          </a:r>
        </a:p>
        <a:p>
          <a:pPr marL="285750" lvl="1" indent="-285750" algn="l" defTabSz="1289050">
            <a:lnSpc>
              <a:spcPct val="90000"/>
            </a:lnSpc>
            <a:spcBef>
              <a:spcPct val="0"/>
            </a:spcBef>
            <a:spcAft>
              <a:spcPct val="15000"/>
            </a:spcAft>
            <a:buChar char="•"/>
          </a:pPr>
          <a:r>
            <a:rPr lang="en-US" sz="2900" kern="1200"/>
            <a:t>What is blocking you right now?</a:t>
          </a:r>
        </a:p>
        <a:p>
          <a:pPr marL="285750" lvl="1" indent="-285750" algn="l" defTabSz="1289050">
            <a:lnSpc>
              <a:spcPct val="90000"/>
            </a:lnSpc>
            <a:spcBef>
              <a:spcPct val="0"/>
            </a:spcBef>
            <a:spcAft>
              <a:spcPct val="15000"/>
            </a:spcAft>
            <a:buChar char="•"/>
          </a:pPr>
          <a:r>
            <a:rPr lang="en-US" sz="2900" kern="1200"/>
            <a:t>What are you going to be working on?</a:t>
          </a:r>
        </a:p>
      </dsp:txBody>
      <dsp:txXfrm>
        <a:off x="0" y="454388"/>
        <a:ext cx="7544235" cy="2192399"/>
      </dsp:txXfrm>
    </dsp:sp>
    <dsp:sp modelId="{180D6D06-88AD-E44C-A6C5-A5AE964A7E8E}">
      <dsp:nvSpPr>
        <dsp:cNvPr id="0" name=""/>
        <dsp:cNvSpPr/>
      </dsp:nvSpPr>
      <dsp:spPr>
        <a:xfrm>
          <a:off x="377211" y="26348"/>
          <a:ext cx="5280964" cy="8560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608" tIns="0" rIns="199608" bIns="0" numCol="1" spcCol="1270" anchor="ctr" anchorCtr="0">
          <a:noAutofit/>
        </a:bodyPr>
        <a:lstStyle/>
        <a:p>
          <a:pPr marL="0" lvl="0" indent="0" algn="l" defTabSz="1289050">
            <a:lnSpc>
              <a:spcPct val="90000"/>
            </a:lnSpc>
            <a:spcBef>
              <a:spcPct val="0"/>
            </a:spcBef>
            <a:spcAft>
              <a:spcPct val="35000"/>
            </a:spcAft>
            <a:buNone/>
          </a:pPr>
          <a:r>
            <a:rPr lang="en-US" sz="2900" kern="1200"/>
            <a:t>Three questions to answer:</a:t>
          </a:r>
        </a:p>
      </dsp:txBody>
      <dsp:txXfrm>
        <a:off x="419001" y="68138"/>
        <a:ext cx="5197384" cy="772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60B732-9CC7-4BA2-B4AA-186D2B6282DF}">
      <dsp:nvSpPr>
        <dsp:cNvPr id="0" name=""/>
        <dsp:cNvSpPr/>
      </dsp:nvSpPr>
      <dsp:spPr>
        <a:xfrm>
          <a:off x="620568" y="592128"/>
          <a:ext cx="1852875" cy="18528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B11F85-7858-4724-9346-2E17B7CC5F13}">
      <dsp:nvSpPr>
        <dsp:cNvPr id="0" name=""/>
        <dsp:cNvSpPr/>
      </dsp:nvSpPr>
      <dsp:spPr>
        <a:xfrm>
          <a:off x="1015443" y="987003"/>
          <a:ext cx="1063124" cy="10631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20FADB-3E60-409E-BFA6-CD406B3ADFE6}">
      <dsp:nvSpPr>
        <dsp:cNvPr id="0" name=""/>
        <dsp:cNvSpPr/>
      </dsp:nvSpPr>
      <dsp:spPr>
        <a:xfrm>
          <a:off x="28255" y="3022128"/>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dirty="0"/>
            <a:t>team members were kept accountable.</a:t>
          </a:r>
        </a:p>
      </dsp:txBody>
      <dsp:txXfrm>
        <a:off x="28255" y="3022128"/>
        <a:ext cx="3037500" cy="720000"/>
      </dsp:txXfrm>
    </dsp:sp>
    <dsp:sp modelId="{4AB6A9E6-859C-48F2-9B60-68EEFE51B1D5}">
      <dsp:nvSpPr>
        <dsp:cNvPr id="0" name=""/>
        <dsp:cNvSpPr/>
      </dsp:nvSpPr>
      <dsp:spPr>
        <a:xfrm>
          <a:off x="4189630" y="592128"/>
          <a:ext cx="1852875" cy="18528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8AF93A-B5B9-4065-9727-085CDAEB20BD}">
      <dsp:nvSpPr>
        <dsp:cNvPr id="0" name=""/>
        <dsp:cNvSpPr/>
      </dsp:nvSpPr>
      <dsp:spPr>
        <a:xfrm>
          <a:off x="4584505" y="987003"/>
          <a:ext cx="1063124" cy="10631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7F4867-5796-4936-AD79-C90BCC16102E}">
      <dsp:nvSpPr>
        <dsp:cNvPr id="0" name=""/>
        <dsp:cNvSpPr/>
      </dsp:nvSpPr>
      <dsp:spPr>
        <a:xfrm>
          <a:off x="3597318" y="3022128"/>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dirty="0"/>
            <a:t>workload was consistent.</a:t>
          </a:r>
        </a:p>
      </dsp:txBody>
      <dsp:txXfrm>
        <a:off x="3597318" y="3022128"/>
        <a:ext cx="3037500" cy="720000"/>
      </dsp:txXfrm>
    </dsp:sp>
    <dsp:sp modelId="{DA9BABEA-41B9-4BF7-96DF-3288C96ADD02}">
      <dsp:nvSpPr>
        <dsp:cNvPr id="0" name=""/>
        <dsp:cNvSpPr/>
      </dsp:nvSpPr>
      <dsp:spPr>
        <a:xfrm>
          <a:off x="7758693" y="592128"/>
          <a:ext cx="1852875" cy="18528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7691DF-8A23-4CFD-8350-A4FF91844706}">
      <dsp:nvSpPr>
        <dsp:cNvPr id="0" name=""/>
        <dsp:cNvSpPr/>
      </dsp:nvSpPr>
      <dsp:spPr>
        <a:xfrm>
          <a:off x="8153568" y="987003"/>
          <a:ext cx="1063124" cy="10631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7D5E0B-6797-4CF5-A8B0-0069E84286F4}">
      <dsp:nvSpPr>
        <dsp:cNvPr id="0" name=""/>
        <dsp:cNvSpPr/>
      </dsp:nvSpPr>
      <dsp:spPr>
        <a:xfrm>
          <a:off x="7166380" y="3022128"/>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dirty="0"/>
            <a:t>no user stories left in the backlog for either sprint.</a:t>
          </a:r>
        </a:p>
      </dsp:txBody>
      <dsp:txXfrm>
        <a:off x="7166380" y="3022128"/>
        <a:ext cx="30375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7E210A-A304-4968-80FB-DB9CBE0833F1}" type="datetimeFigureOut">
              <a:rPr lang="en-GB" smtClean="0"/>
              <a:t>01/05/2025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F5BB4F-8A93-4C67-9375-1791AA42398F}" type="slidenum">
              <a:rPr lang="en-GB" smtClean="0"/>
              <a:t>‹#›</a:t>
            </a:fld>
            <a:endParaRPr lang="en-GB"/>
          </a:p>
        </p:txBody>
      </p:sp>
    </p:spTree>
    <p:extLst>
      <p:ext uri="{BB962C8B-B14F-4D97-AF65-F5344CB8AC3E}">
        <p14:creationId xmlns:p14="http://schemas.microsoft.com/office/powerpoint/2010/main" val="2962775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5F5BB4F-8A93-4C67-9375-1791AA42398F}" type="slidenum">
              <a:rPr lang="en-GB" smtClean="0"/>
              <a:t>14</a:t>
            </a:fld>
            <a:endParaRPr lang="en-GB"/>
          </a:p>
        </p:txBody>
      </p:sp>
    </p:spTree>
    <p:extLst>
      <p:ext uri="{BB962C8B-B14F-4D97-AF65-F5344CB8AC3E}">
        <p14:creationId xmlns:p14="http://schemas.microsoft.com/office/powerpoint/2010/main" val="350949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5E9650-65DA-A54E-BFEC-5CDF94E33AFC}" type="slidenum">
              <a:rPr lang="en-US" smtClean="0"/>
              <a:t>19</a:t>
            </a:fld>
            <a:endParaRPr lang="en-US"/>
          </a:p>
        </p:txBody>
      </p:sp>
    </p:spTree>
    <p:extLst>
      <p:ext uri="{BB962C8B-B14F-4D97-AF65-F5344CB8AC3E}">
        <p14:creationId xmlns:p14="http://schemas.microsoft.com/office/powerpoint/2010/main" val="4015500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had two standup meetings a week, one at the beginning, and one at the end.</a:t>
            </a:r>
            <a:br>
              <a:rPr lang="en-GB" dirty="0"/>
            </a:br>
            <a:r>
              <a:rPr lang="en-GB" dirty="0"/>
              <a:t>We had a limit for each standup of 15 minutes, which meant that each member had about 3 minutes to answer the questions. Despite the time limit, we never went over 15 minutes. We also used these three questions as a prompt.</a:t>
            </a:r>
            <a:endParaRPr lang="en-US" dirty="0"/>
          </a:p>
          <a:p>
            <a:endParaRPr lang="en-US" dirty="0"/>
          </a:p>
        </p:txBody>
      </p:sp>
      <p:sp>
        <p:nvSpPr>
          <p:cNvPr id="4" name="Slide Number Placeholder 3"/>
          <p:cNvSpPr>
            <a:spLocks noGrp="1"/>
          </p:cNvSpPr>
          <p:nvPr>
            <p:ph type="sldNum" sz="quarter" idx="5"/>
          </p:nvPr>
        </p:nvSpPr>
        <p:spPr/>
        <p:txBody>
          <a:bodyPr/>
          <a:lstStyle/>
          <a:p>
            <a:fld id="{735E9650-65DA-A54E-BFEC-5CDF94E33AFC}" type="slidenum">
              <a:rPr lang="en-US" smtClean="0"/>
              <a:t>21</a:t>
            </a:fld>
            <a:endParaRPr lang="en-US"/>
          </a:p>
        </p:txBody>
      </p:sp>
    </p:spTree>
    <p:extLst>
      <p:ext uri="{BB962C8B-B14F-4D97-AF65-F5344CB8AC3E}">
        <p14:creationId xmlns:p14="http://schemas.microsoft.com/office/powerpoint/2010/main" val="1212714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Kept individuals accountable in following internal deadlines – When talking about what they were going to be working on, team members would often set themselves deadlines, especially if other team members were waiting on them before they could begin.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Promoted consistency in workload – People were regularly setting goals for what they were next going to accomplish before the next meeting, so work was done throughout the sprint rather than just at the end.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All user stories complete</a:t>
            </a:r>
            <a:endParaRPr lang="en-US" dirty="0"/>
          </a:p>
          <a:p>
            <a:endParaRPr lang="en-US" dirty="0"/>
          </a:p>
        </p:txBody>
      </p:sp>
      <p:sp>
        <p:nvSpPr>
          <p:cNvPr id="4" name="Slide Number Placeholder 3"/>
          <p:cNvSpPr>
            <a:spLocks noGrp="1"/>
          </p:cNvSpPr>
          <p:nvPr>
            <p:ph type="sldNum" sz="quarter" idx="5"/>
          </p:nvPr>
        </p:nvSpPr>
        <p:spPr/>
        <p:txBody>
          <a:bodyPr/>
          <a:lstStyle/>
          <a:p>
            <a:fld id="{735E9650-65DA-A54E-BFEC-5CDF94E33AFC}" type="slidenum">
              <a:rPr lang="en-US" smtClean="0"/>
              <a:t>22</a:t>
            </a:fld>
            <a:endParaRPr lang="en-US"/>
          </a:p>
        </p:txBody>
      </p:sp>
    </p:spTree>
    <p:extLst>
      <p:ext uri="{BB962C8B-B14F-4D97-AF65-F5344CB8AC3E}">
        <p14:creationId xmlns:p14="http://schemas.microsoft.com/office/powerpoint/2010/main" val="3580354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E43FF-F097-15A0-41EF-8D085B2226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3F04C75-C2E6-C356-B7C5-B05FD68DEA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A390B8F-6C5C-53A8-4C82-7F4D4045178F}"/>
              </a:ext>
            </a:extLst>
          </p:cNvPr>
          <p:cNvSpPr>
            <a:spLocks noGrp="1"/>
          </p:cNvSpPr>
          <p:nvPr>
            <p:ph type="dt" sz="half" idx="10"/>
          </p:nvPr>
        </p:nvSpPr>
        <p:spPr/>
        <p:txBody>
          <a:bodyPr/>
          <a:lstStyle/>
          <a:p>
            <a:fld id="{EFC7380B-6FA4-4E74-8F50-B27091C2622B}" type="datetimeFigureOut">
              <a:rPr lang="en-GB" smtClean="0"/>
              <a:t>01/05/2025</a:t>
            </a:fld>
            <a:endParaRPr lang="en-GB" dirty="0"/>
          </a:p>
        </p:txBody>
      </p:sp>
      <p:sp>
        <p:nvSpPr>
          <p:cNvPr id="5" name="Footer Placeholder 4">
            <a:extLst>
              <a:ext uri="{FF2B5EF4-FFF2-40B4-BE49-F238E27FC236}">
                <a16:creationId xmlns:a16="http://schemas.microsoft.com/office/drawing/2014/main" id="{B5FB5091-76FF-5ED4-DD18-3172E9EADDC1}"/>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9BD5361E-4B16-617D-92E3-51643E256B7A}"/>
              </a:ext>
            </a:extLst>
          </p:cNvPr>
          <p:cNvSpPr>
            <a:spLocks noGrp="1"/>
          </p:cNvSpPr>
          <p:nvPr>
            <p:ph type="sldNum" sz="quarter" idx="12"/>
          </p:nvPr>
        </p:nvSpPr>
        <p:spPr/>
        <p:txBody>
          <a:bodyPr/>
          <a:lstStyle/>
          <a:p>
            <a:fld id="{E022B657-30AD-4A38-8AB9-122B34D34C20}" type="slidenum">
              <a:rPr lang="en-GB" smtClean="0"/>
              <a:t>‹#›</a:t>
            </a:fld>
            <a:endParaRPr lang="en-GB" dirty="0"/>
          </a:p>
        </p:txBody>
      </p:sp>
    </p:spTree>
    <p:extLst>
      <p:ext uri="{BB962C8B-B14F-4D97-AF65-F5344CB8AC3E}">
        <p14:creationId xmlns:p14="http://schemas.microsoft.com/office/powerpoint/2010/main" val="3436558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FC88B-E82E-F737-7F47-B0F26FBABD7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317AC18-C385-0BD3-C028-A976E55962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A8C662B-4DE8-BAED-627F-AB963FDCB4DE}"/>
              </a:ext>
            </a:extLst>
          </p:cNvPr>
          <p:cNvSpPr>
            <a:spLocks noGrp="1"/>
          </p:cNvSpPr>
          <p:nvPr>
            <p:ph type="dt" sz="half" idx="10"/>
          </p:nvPr>
        </p:nvSpPr>
        <p:spPr/>
        <p:txBody>
          <a:bodyPr/>
          <a:lstStyle/>
          <a:p>
            <a:fld id="{EFC7380B-6FA4-4E74-8F50-B27091C2622B}" type="datetimeFigureOut">
              <a:rPr lang="en-GB" smtClean="0"/>
              <a:t>01/05/2025</a:t>
            </a:fld>
            <a:endParaRPr lang="en-GB" dirty="0"/>
          </a:p>
        </p:txBody>
      </p:sp>
      <p:sp>
        <p:nvSpPr>
          <p:cNvPr id="5" name="Footer Placeholder 4">
            <a:extLst>
              <a:ext uri="{FF2B5EF4-FFF2-40B4-BE49-F238E27FC236}">
                <a16:creationId xmlns:a16="http://schemas.microsoft.com/office/drawing/2014/main" id="{8AE81044-3CF5-3E82-7595-7C6D15A2DDEA}"/>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4A67FF5-A187-6AFD-AF4A-8994956D23D2}"/>
              </a:ext>
            </a:extLst>
          </p:cNvPr>
          <p:cNvSpPr>
            <a:spLocks noGrp="1"/>
          </p:cNvSpPr>
          <p:nvPr>
            <p:ph type="sldNum" sz="quarter" idx="12"/>
          </p:nvPr>
        </p:nvSpPr>
        <p:spPr/>
        <p:txBody>
          <a:bodyPr/>
          <a:lstStyle/>
          <a:p>
            <a:fld id="{E022B657-30AD-4A38-8AB9-122B34D34C20}" type="slidenum">
              <a:rPr lang="en-GB" smtClean="0"/>
              <a:t>‹#›</a:t>
            </a:fld>
            <a:endParaRPr lang="en-GB" dirty="0"/>
          </a:p>
        </p:txBody>
      </p:sp>
    </p:spTree>
    <p:extLst>
      <p:ext uri="{BB962C8B-B14F-4D97-AF65-F5344CB8AC3E}">
        <p14:creationId xmlns:p14="http://schemas.microsoft.com/office/powerpoint/2010/main" val="83452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422AF-97AD-3282-6561-ADA4BCF526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F07EC69-01FA-D616-E295-47CB3DF84E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B08AB9-71F8-DC7A-6CFD-28B42D96D0F9}"/>
              </a:ext>
            </a:extLst>
          </p:cNvPr>
          <p:cNvSpPr>
            <a:spLocks noGrp="1"/>
          </p:cNvSpPr>
          <p:nvPr>
            <p:ph type="dt" sz="half" idx="10"/>
          </p:nvPr>
        </p:nvSpPr>
        <p:spPr/>
        <p:txBody>
          <a:bodyPr/>
          <a:lstStyle/>
          <a:p>
            <a:fld id="{EFC7380B-6FA4-4E74-8F50-B27091C2622B}" type="datetimeFigureOut">
              <a:rPr lang="en-GB" smtClean="0"/>
              <a:t>01/05/2025</a:t>
            </a:fld>
            <a:endParaRPr lang="en-GB" dirty="0"/>
          </a:p>
        </p:txBody>
      </p:sp>
      <p:sp>
        <p:nvSpPr>
          <p:cNvPr id="5" name="Footer Placeholder 4">
            <a:extLst>
              <a:ext uri="{FF2B5EF4-FFF2-40B4-BE49-F238E27FC236}">
                <a16:creationId xmlns:a16="http://schemas.microsoft.com/office/drawing/2014/main" id="{18D0C6B1-A67E-584C-7A01-1B8A7E953AAF}"/>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DDBDA8D-774F-793C-85C0-075C764DDCEB}"/>
              </a:ext>
            </a:extLst>
          </p:cNvPr>
          <p:cNvSpPr>
            <a:spLocks noGrp="1"/>
          </p:cNvSpPr>
          <p:nvPr>
            <p:ph type="sldNum" sz="quarter" idx="12"/>
          </p:nvPr>
        </p:nvSpPr>
        <p:spPr/>
        <p:txBody>
          <a:bodyPr/>
          <a:lstStyle/>
          <a:p>
            <a:fld id="{E022B657-30AD-4A38-8AB9-122B34D34C20}" type="slidenum">
              <a:rPr lang="en-GB" smtClean="0"/>
              <a:t>‹#›</a:t>
            </a:fld>
            <a:endParaRPr lang="en-GB" dirty="0"/>
          </a:p>
        </p:txBody>
      </p:sp>
    </p:spTree>
    <p:extLst>
      <p:ext uri="{BB962C8B-B14F-4D97-AF65-F5344CB8AC3E}">
        <p14:creationId xmlns:p14="http://schemas.microsoft.com/office/powerpoint/2010/main" val="499346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A402-BA90-385E-F8E8-71F9D821148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998E536-8E60-3A1A-42CD-63B11E7609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547A5B4-6960-CAA1-A539-710C020F63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7BF71CC-1492-FFB1-A5D8-603EBA842A63}"/>
              </a:ext>
            </a:extLst>
          </p:cNvPr>
          <p:cNvSpPr>
            <a:spLocks noGrp="1"/>
          </p:cNvSpPr>
          <p:nvPr>
            <p:ph type="dt" sz="half" idx="10"/>
          </p:nvPr>
        </p:nvSpPr>
        <p:spPr/>
        <p:txBody>
          <a:bodyPr/>
          <a:lstStyle/>
          <a:p>
            <a:fld id="{EFC7380B-6FA4-4E74-8F50-B27091C2622B}" type="datetimeFigureOut">
              <a:rPr lang="en-GB" smtClean="0"/>
              <a:t>01/05/2025</a:t>
            </a:fld>
            <a:endParaRPr lang="en-GB" dirty="0"/>
          </a:p>
        </p:txBody>
      </p:sp>
      <p:sp>
        <p:nvSpPr>
          <p:cNvPr id="6" name="Footer Placeholder 5">
            <a:extLst>
              <a:ext uri="{FF2B5EF4-FFF2-40B4-BE49-F238E27FC236}">
                <a16:creationId xmlns:a16="http://schemas.microsoft.com/office/drawing/2014/main" id="{0189D417-5633-DD83-E7B6-AFB5055D7E0C}"/>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DC17D4F-735A-2CC3-0CB9-0D6B6AC57A58}"/>
              </a:ext>
            </a:extLst>
          </p:cNvPr>
          <p:cNvSpPr>
            <a:spLocks noGrp="1"/>
          </p:cNvSpPr>
          <p:nvPr>
            <p:ph type="sldNum" sz="quarter" idx="12"/>
          </p:nvPr>
        </p:nvSpPr>
        <p:spPr/>
        <p:txBody>
          <a:bodyPr/>
          <a:lstStyle/>
          <a:p>
            <a:fld id="{E022B657-30AD-4A38-8AB9-122B34D34C20}" type="slidenum">
              <a:rPr lang="en-GB" smtClean="0"/>
              <a:t>‹#›</a:t>
            </a:fld>
            <a:endParaRPr lang="en-GB" dirty="0"/>
          </a:p>
        </p:txBody>
      </p:sp>
    </p:spTree>
    <p:extLst>
      <p:ext uri="{BB962C8B-B14F-4D97-AF65-F5344CB8AC3E}">
        <p14:creationId xmlns:p14="http://schemas.microsoft.com/office/powerpoint/2010/main" val="2655480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63892-39C7-2D6B-E85C-AEE8FF42D15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0A8831C-7F14-B362-F398-8EF187022C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78DEE3-7FF4-57B8-31C1-9669770E6F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94CAF51-67E8-95A3-B810-B5981813F6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755F98-BE71-410C-621A-6DD002ACD6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606C506-1D7F-D551-F801-23D47C17E579}"/>
              </a:ext>
            </a:extLst>
          </p:cNvPr>
          <p:cNvSpPr>
            <a:spLocks noGrp="1"/>
          </p:cNvSpPr>
          <p:nvPr>
            <p:ph type="dt" sz="half" idx="10"/>
          </p:nvPr>
        </p:nvSpPr>
        <p:spPr/>
        <p:txBody>
          <a:bodyPr/>
          <a:lstStyle/>
          <a:p>
            <a:fld id="{EFC7380B-6FA4-4E74-8F50-B27091C2622B}" type="datetimeFigureOut">
              <a:rPr lang="en-GB" smtClean="0"/>
              <a:t>01/05/2025</a:t>
            </a:fld>
            <a:endParaRPr lang="en-GB" dirty="0"/>
          </a:p>
        </p:txBody>
      </p:sp>
      <p:sp>
        <p:nvSpPr>
          <p:cNvPr id="8" name="Footer Placeholder 7">
            <a:extLst>
              <a:ext uri="{FF2B5EF4-FFF2-40B4-BE49-F238E27FC236}">
                <a16:creationId xmlns:a16="http://schemas.microsoft.com/office/drawing/2014/main" id="{9242C060-F1F6-F69D-10C7-7DEF7F70A48B}"/>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F63D592C-D0FB-9A72-52AB-EA9B20E69606}"/>
              </a:ext>
            </a:extLst>
          </p:cNvPr>
          <p:cNvSpPr>
            <a:spLocks noGrp="1"/>
          </p:cNvSpPr>
          <p:nvPr>
            <p:ph type="sldNum" sz="quarter" idx="12"/>
          </p:nvPr>
        </p:nvSpPr>
        <p:spPr/>
        <p:txBody>
          <a:bodyPr/>
          <a:lstStyle/>
          <a:p>
            <a:fld id="{E022B657-30AD-4A38-8AB9-122B34D34C20}" type="slidenum">
              <a:rPr lang="en-GB" smtClean="0"/>
              <a:t>‹#›</a:t>
            </a:fld>
            <a:endParaRPr lang="en-GB" dirty="0"/>
          </a:p>
        </p:txBody>
      </p:sp>
    </p:spTree>
    <p:extLst>
      <p:ext uri="{BB962C8B-B14F-4D97-AF65-F5344CB8AC3E}">
        <p14:creationId xmlns:p14="http://schemas.microsoft.com/office/powerpoint/2010/main" val="47240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3D3AA-DA16-2023-CA88-9C1500910AE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9EB1188-5103-1D7F-8508-68200F72D5E8}"/>
              </a:ext>
            </a:extLst>
          </p:cNvPr>
          <p:cNvSpPr>
            <a:spLocks noGrp="1"/>
          </p:cNvSpPr>
          <p:nvPr>
            <p:ph type="dt" sz="half" idx="10"/>
          </p:nvPr>
        </p:nvSpPr>
        <p:spPr/>
        <p:txBody>
          <a:bodyPr/>
          <a:lstStyle/>
          <a:p>
            <a:fld id="{EFC7380B-6FA4-4E74-8F50-B27091C2622B}" type="datetimeFigureOut">
              <a:rPr lang="en-GB" smtClean="0"/>
              <a:t>01/05/2025</a:t>
            </a:fld>
            <a:endParaRPr lang="en-GB" dirty="0"/>
          </a:p>
        </p:txBody>
      </p:sp>
      <p:sp>
        <p:nvSpPr>
          <p:cNvPr id="4" name="Footer Placeholder 3">
            <a:extLst>
              <a:ext uri="{FF2B5EF4-FFF2-40B4-BE49-F238E27FC236}">
                <a16:creationId xmlns:a16="http://schemas.microsoft.com/office/drawing/2014/main" id="{EBCCAC0B-5E2B-9D27-B212-69207AB48554}"/>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B54F8266-0184-611E-6F28-CB1F7CAE38C4}"/>
              </a:ext>
            </a:extLst>
          </p:cNvPr>
          <p:cNvSpPr>
            <a:spLocks noGrp="1"/>
          </p:cNvSpPr>
          <p:nvPr>
            <p:ph type="sldNum" sz="quarter" idx="12"/>
          </p:nvPr>
        </p:nvSpPr>
        <p:spPr/>
        <p:txBody>
          <a:bodyPr/>
          <a:lstStyle/>
          <a:p>
            <a:fld id="{E022B657-30AD-4A38-8AB9-122B34D34C20}" type="slidenum">
              <a:rPr lang="en-GB" smtClean="0"/>
              <a:t>‹#›</a:t>
            </a:fld>
            <a:endParaRPr lang="en-GB" dirty="0"/>
          </a:p>
        </p:txBody>
      </p:sp>
    </p:spTree>
    <p:extLst>
      <p:ext uri="{BB962C8B-B14F-4D97-AF65-F5344CB8AC3E}">
        <p14:creationId xmlns:p14="http://schemas.microsoft.com/office/powerpoint/2010/main" val="2406072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882F22-0D24-FEC8-AB20-0A06F5DA211B}"/>
              </a:ext>
            </a:extLst>
          </p:cNvPr>
          <p:cNvSpPr>
            <a:spLocks noGrp="1"/>
          </p:cNvSpPr>
          <p:nvPr>
            <p:ph type="dt" sz="half" idx="10"/>
          </p:nvPr>
        </p:nvSpPr>
        <p:spPr/>
        <p:txBody>
          <a:bodyPr/>
          <a:lstStyle/>
          <a:p>
            <a:fld id="{EFC7380B-6FA4-4E74-8F50-B27091C2622B}" type="datetimeFigureOut">
              <a:rPr lang="en-GB" smtClean="0"/>
              <a:t>01/05/2025</a:t>
            </a:fld>
            <a:endParaRPr lang="en-GB" dirty="0"/>
          </a:p>
        </p:txBody>
      </p:sp>
      <p:sp>
        <p:nvSpPr>
          <p:cNvPr id="3" name="Footer Placeholder 2">
            <a:extLst>
              <a:ext uri="{FF2B5EF4-FFF2-40B4-BE49-F238E27FC236}">
                <a16:creationId xmlns:a16="http://schemas.microsoft.com/office/drawing/2014/main" id="{DFC98242-3333-6061-F157-0863543C1FB4}"/>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41A426BE-40D0-7AAA-8A47-08A1605454B3}"/>
              </a:ext>
            </a:extLst>
          </p:cNvPr>
          <p:cNvSpPr>
            <a:spLocks noGrp="1"/>
          </p:cNvSpPr>
          <p:nvPr>
            <p:ph type="sldNum" sz="quarter" idx="12"/>
          </p:nvPr>
        </p:nvSpPr>
        <p:spPr/>
        <p:txBody>
          <a:bodyPr/>
          <a:lstStyle/>
          <a:p>
            <a:fld id="{E022B657-30AD-4A38-8AB9-122B34D34C20}" type="slidenum">
              <a:rPr lang="en-GB" smtClean="0"/>
              <a:t>‹#›</a:t>
            </a:fld>
            <a:endParaRPr lang="en-GB" dirty="0"/>
          </a:p>
        </p:txBody>
      </p:sp>
    </p:spTree>
    <p:extLst>
      <p:ext uri="{BB962C8B-B14F-4D97-AF65-F5344CB8AC3E}">
        <p14:creationId xmlns:p14="http://schemas.microsoft.com/office/powerpoint/2010/main" val="1449814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DF59D-5B83-55E1-9F69-83AE89E51D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FD251D8-6D9A-E356-E6E7-A1917EF388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6D7780D-7BF8-A44B-CA74-0CBC273CC7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EBFA2D-9BB3-4081-D08E-15CEE99AF044}"/>
              </a:ext>
            </a:extLst>
          </p:cNvPr>
          <p:cNvSpPr>
            <a:spLocks noGrp="1"/>
          </p:cNvSpPr>
          <p:nvPr>
            <p:ph type="dt" sz="half" idx="10"/>
          </p:nvPr>
        </p:nvSpPr>
        <p:spPr/>
        <p:txBody>
          <a:bodyPr/>
          <a:lstStyle/>
          <a:p>
            <a:fld id="{EFC7380B-6FA4-4E74-8F50-B27091C2622B}" type="datetimeFigureOut">
              <a:rPr lang="en-GB" smtClean="0"/>
              <a:t>01/05/2025</a:t>
            </a:fld>
            <a:endParaRPr lang="en-GB" dirty="0"/>
          </a:p>
        </p:txBody>
      </p:sp>
      <p:sp>
        <p:nvSpPr>
          <p:cNvPr id="6" name="Footer Placeholder 5">
            <a:extLst>
              <a:ext uri="{FF2B5EF4-FFF2-40B4-BE49-F238E27FC236}">
                <a16:creationId xmlns:a16="http://schemas.microsoft.com/office/drawing/2014/main" id="{6571FE4D-682C-2E45-3CAE-79B1136B4D9D}"/>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F4DFD9E4-7D7E-E247-86B1-FE7B384B9DA3}"/>
              </a:ext>
            </a:extLst>
          </p:cNvPr>
          <p:cNvSpPr>
            <a:spLocks noGrp="1"/>
          </p:cNvSpPr>
          <p:nvPr>
            <p:ph type="sldNum" sz="quarter" idx="12"/>
          </p:nvPr>
        </p:nvSpPr>
        <p:spPr/>
        <p:txBody>
          <a:bodyPr/>
          <a:lstStyle/>
          <a:p>
            <a:fld id="{E022B657-30AD-4A38-8AB9-122B34D34C20}" type="slidenum">
              <a:rPr lang="en-GB" smtClean="0"/>
              <a:t>‹#›</a:t>
            </a:fld>
            <a:endParaRPr lang="en-GB" dirty="0"/>
          </a:p>
        </p:txBody>
      </p:sp>
    </p:spTree>
    <p:extLst>
      <p:ext uri="{BB962C8B-B14F-4D97-AF65-F5344CB8AC3E}">
        <p14:creationId xmlns:p14="http://schemas.microsoft.com/office/powerpoint/2010/main" val="1388068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E0346-E36E-55F4-9F27-B665123F9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DDCD505-FD9D-9AE9-1D0C-494590B32E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7AA53C2-64C0-EFCA-B079-2B158A3F16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EE6E47-2BD8-BF75-156C-74F857AFDDF9}"/>
              </a:ext>
            </a:extLst>
          </p:cNvPr>
          <p:cNvSpPr>
            <a:spLocks noGrp="1"/>
          </p:cNvSpPr>
          <p:nvPr>
            <p:ph type="dt" sz="half" idx="10"/>
          </p:nvPr>
        </p:nvSpPr>
        <p:spPr/>
        <p:txBody>
          <a:bodyPr/>
          <a:lstStyle/>
          <a:p>
            <a:fld id="{EFC7380B-6FA4-4E74-8F50-B27091C2622B}" type="datetimeFigureOut">
              <a:rPr lang="en-GB" smtClean="0"/>
              <a:t>01/05/2025</a:t>
            </a:fld>
            <a:endParaRPr lang="en-GB" dirty="0"/>
          </a:p>
        </p:txBody>
      </p:sp>
      <p:sp>
        <p:nvSpPr>
          <p:cNvPr id="6" name="Footer Placeholder 5">
            <a:extLst>
              <a:ext uri="{FF2B5EF4-FFF2-40B4-BE49-F238E27FC236}">
                <a16:creationId xmlns:a16="http://schemas.microsoft.com/office/drawing/2014/main" id="{ED30077B-03DB-50BE-2D84-F22B5E9F1C9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F5F572D-4F65-C446-3807-A143358DC4A6}"/>
              </a:ext>
            </a:extLst>
          </p:cNvPr>
          <p:cNvSpPr>
            <a:spLocks noGrp="1"/>
          </p:cNvSpPr>
          <p:nvPr>
            <p:ph type="sldNum" sz="quarter" idx="12"/>
          </p:nvPr>
        </p:nvSpPr>
        <p:spPr/>
        <p:txBody>
          <a:bodyPr/>
          <a:lstStyle/>
          <a:p>
            <a:fld id="{E022B657-30AD-4A38-8AB9-122B34D34C20}" type="slidenum">
              <a:rPr lang="en-GB" smtClean="0"/>
              <a:t>‹#›</a:t>
            </a:fld>
            <a:endParaRPr lang="en-GB" dirty="0"/>
          </a:p>
        </p:txBody>
      </p:sp>
    </p:spTree>
    <p:extLst>
      <p:ext uri="{BB962C8B-B14F-4D97-AF65-F5344CB8AC3E}">
        <p14:creationId xmlns:p14="http://schemas.microsoft.com/office/powerpoint/2010/main" val="821098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E1DD2-B68A-16E7-ABD9-E1567C2E4B9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255BA09-BF19-B08E-7BC7-67428787C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62CA897-59EF-BDB5-34BB-20A35AD3326F}"/>
              </a:ext>
            </a:extLst>
          </p:cNvPr>
          <p:cNvSpPr>
            <a:spLocks noGrp="1"/>
          </p:cNvSpPr>
          <p:nvPr>
            <p:ph type="dt" sz="half" idx="10"/>
          </p:nvPr>
        </p:nvSpPr>
        <p:spPr/>
        <p:txBody>
          <a:bodyPr/>
          <a:lstStyle/>
          <a:p>
            <a:fld id="{EFC7380B-6FA4-4E74-8F50-B27091C2622B}" type="datetimeFigureOut">
              <a:rPr lang="en-GB" smtClean="0"/>
              <a:t>01/05/2025</a:t>
            </a:fld>
            <a:endParaRPr lang="en-GB" dirty="0"/>
          </a:p>
        </p:txBody>
      </p:sp>
      <p:sp>
        <p:nvSpPr>
          <p:cNvPr id="5" name="Footer Placeholder 4">
            <a:extLst>
              <a:ext uri="{FF2B5EF4-FFF2-40B4-BE49-F238E27FC236}">
                <a16:creationId xmlns:a16="http://schemas.microsoft.com/office/drawing/2014/main" id="{926FA358-6F3B-7C9D-9BE8-F971EABEEA0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6288B1F-C34E-FE2E-7BCC-CC5B9473A010}"/>
              </a:ext>
            </a:extLst>
          </p:cNvPr>
          <p:cNvSpPr>
            <a:spLocks noGrp="1"/>
          </p:cNvSpPr>
          <p:nvPr>
            <p:ph type="sldNum" sz="quarter" idx="12"/>
          </p:nvPr>
        </p:nvSpPr>
        <p:spPr/>
        <p:txBody>
          <a:bodyPr/>
          <a:lstStyle/>
          <a:p>
            <a:fld id="{E022B657-30AD-4A38-8AB9-122B34D34C20}" type="slidenum">
              <a:rPr lang="en-GB" smtClean="0"/>
              <a:t>‹#›</a:t>
            </a:fld>
            <a:endParaRPr lang="en-GB" dirty="0"/>
          </a:p>
        </p:txBody>
      </p:sp>
    </p:spTree>
    <p:extLst>
      <p:ext uri="{BB962C8B-B14F-4D97-AF65-F5344CB8AC3E}">
        <p14:creationId xmlns:p14="http://schemas.microsoft.com/office/powerpoint/2010/main" val="2542316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EA922C-9439-1CBC-66F5-A430FEE611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A1245A3-8202-6F19-AF92-7F9C7511E3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D57E557-B444-B599-8541-F4CF8A370D52}"/>
              </a:ext>
            </a:extLst>
          </p:cNvPr>
          <p:cNvSpPr>
            <a:spLocks noGrp="1"/>
          </p:cNvSpPr>
          <p:nvPr>
            <p:ph type="dt" sz="half" idx="10"/>
          </p:nvPr>
        </p:nvSpPr>
        <p:spPr/>
        <p:txBody>
          <a:bodyPr/>
          <a:lstStyle/>
          <a:p>
            <a:fld id="{EFC7380B-6FA4-4E74-8F50-B27091C2622B}" type="datetimeFigureOut">
              <a:rPr lang="en-GB" smtClean="0"/>
              <a:t>01/05/2025</a:t>
            </a:fld>
            <a:endParaRPr lang="en-GB" dirty="0"/>
          </a:p>
        </p:txBody>
      </p:sp>
      <p:sp>
        <p:nvSpPr>
          <p:cNvPr id="5" name="Footer Placeholder 4">
            <a:extLst>
              <a:ext uri="{FF2B5EF4-FFF2-40B4-BE49-F238E27FC236}">
                <a16:creationId xmlns:a16="http://schemas.microsoft.com/office/drawing/2014/main" id="{513B560C-AFF1-49B7-8273-2AF8EF6B4591}"/>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7E63929-8FE4-BFEF-FAFD-F075DC6DF2D2}"/>
              </a:ext>
            </a:extLst>
          </p:cNvPr>
          <p:cNvSpPr>
            <a:spLocks noGrp="1"/>
          </p:cNvSpPr>
          <p:nvPr>
            <p:ph type="sldNum" sz="quarter" idx="12"/>
          </p:nvPr>
        </p:nvSpPr>
        <p:spPr/>
        <p:txBody>
          <a:bodyPr/>
          <a:lstStyle/>
          <a:p>
            <a:fld id="{E022B657-30AD-4A38-8AB9-122B34D34C20}" type="slidenum">
              <a:rPr lang="en-GB" smtClean="0"/>
              <a:t>‹#›</a:t>
            </a:fld>
            <a:endParaRPr lang="en-GB" dirty="0"/>
          </a:p>
        </p:txBody>
      </p:sp>
    </p:spTree>
    <p:extLst>
      <p:ext uri="{BB962C8B-B14F-4D97-AF65-F5344CB8AC3E}">
        <p14:creationId xmlns:p14="http://schemas.microsoft.com/office/powerpoint/2010/main" val="27749115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D88C-2EDC-1F6C-8ED6-BA4BF63C48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4C5C30A-76FF-1C80-0C65-65CA778EF7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26641F2-1AF6-DAA7-4EAA-4B2FAF251FF5}"/>
              </a:ext>
            </a:extLst>
          </p:cNvPr>
          <p:cNvSpPr>
            <a:spLocks noGrp="1"/>
          </p:cNvSpPr>
          <p:nvPr>
            <p:ph type="dt" sz="half" idx="10"/>
          </p:nvPr>
        </p:nvSpPr>
        <p:spPr/>
        <p:txBody>
          <a:bodyPr/>
          <a:lstStyle/>
          <a:p>
            <a:fld id="{9F7E7157-6683-4E10-9768-98067D884164}" type="datetimeFigureOut">
              <a:rPr lang="en-GB" smtClean="0"/>
              <a:t>01/05/2025</a:t>
            </a:fld>
            <a:endParaRPr lang="en-GB"/>
          </a:p>
        </p:txBody>
      </p:sp>
      <p:sp>
        <p:nvSpPr>
          <p:cNvPr id="5" name="Footer Placeholder 4">
            <a:extLst>
              <a:ext uri="{FF2B5EF4-FFF2-40B4-BE49-F238E27FC236}">
                <a16:creationId xmlns:a16="http://schemas.microsoft.com/office/drawing/2014/main" id="{0F6BFBD1-7526-11C3-0CE9-625388F60AB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081397-6FFB-0241-5675-703331E7917A}"/>
              </a:ext>
            </a:extLst>
          </p:cNvPr>
          <p:cNvSpPr>
            <a:spLocks noGrp="1"/>
          </p:cNvSpPr>
          <p:nvPr>
            <p:ph type="sldNum" sz="quarter" idx="12"/>
          </p:nvPr>
        </p:nvSpPr>
        <p:spPr/>
        <p:txBody>
          <a:bodyPr/>
          <a:lstStyle/>
          <a:p>
            <a:fld id="{E45FC356-3FC3-429B-9FB2-E22295C67877}" type="slidenum">
              <a:rPr lang="en-GB" smtClean="0"/>
              <a:t>‹#›</a:t>
            </a:fld>
            <a:endParaRPr lang="en-GB"/>
          </a:p>
        </p:txBody>
      </p:sp>
    </p:spTree>
    <p:extLst>
      <p:ext uri="{BB962C8B-B14F-4D97-AF65-F5344CB8AC3E}">
        <p14:creationId xmlns:p14="http://schemas.microsoft.com/office/powerpoint/2010/main" val="425329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FB87D-DC3F-3088-B697-76D46B9FB6F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5CEB758-C664-996A-CB86-6DED053718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A8AC8D5-C266-6ADE-18EE-C1C959045EB7}"/>
              </a:ext>
            </a:extLst>
          </p:cNvPr>
          <p:cNvSpPr>
            <a:spLocks noGrp="1"/>
          </p:cNvSpPr>
          <p:nvPr>
            <p:ph type="dt" sz="half" idx="10"/>
          </p:nvPr>
        </p:nvSpPr>
        <p:spPr/>
        <p:txBody>
          <a:bodyPr/>
          <a:lstStyle/>
          <a:p>
            <a:fld id="{9F7E7157-6683-4E10-9768-98067D884164}" type="datetimeFigureOut">
              <a:rPr lang="en-GB" smtClean="0"/>
              <a:t>01/05/2025</a:t>
            </a:fld>
            <a:endParaRPr lang="en-GB"/>
          </a:p>
        </p:txBody>
      </p:sp>
      <p:sp>
        <p:nvSpPr>
          <p:cNvPr id="5" name="Footer Placeholder 4">
            <a:extLst>
              <a:ext uri="{FF2B5EF4-FFF2-40B4-BE49-F238E27FC236}">
                <a16:creationId xmlns:a16="http://schemas.microsoft.com/office/drawing/2014/main" id="{97BACAD1-0B8A-3604-FED5-1495F00E328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5D8350-A1ED-52A0-9488-D0F343327C69}"/>
              </a:ext>
            </a:extLst>
          </p:cNvPr>
          <p:cNvSpPr>
            <a:spLocks noGrp="1"/>
          </p:cNvSpPr>
          <p:nvPr>
            <p:ph type="sldNum" sz="quarter" idx="12"/>
          </p:nvPr>
        </p:nvSpPr>
        <p:spPr/>
        <p:txBody>
          <a:bodyPr/>
          <a:lstStyle/>
          <a:p>
            <a:fld id="{E45FC356-3FC3-429B-9FB2-E22295C67877}" type="slidenum">
              <a:rPr lang="en-GB" smtClean="0"/>
              <a:t>‹#›</a:t>
            </a:fld>
            <a:endParaRPr lang="en-GB"/>
          </a:p>
        </p:txBody>
      </p:sp>
    </p:spTree>
    <p:extLst>
      <p:ext uri="{BB962C8B-B14F-4D97-AF65-F5344CB8AC3E}">
        <p14:creationId xmlns:p14="http://schemas.microsoft.com/office/powerpoint/2010/main" val="29689983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4EAA-D391-2C3E-E3FE-DDE1BCA9C7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E3D0DFD-C544-B9B6-FC4B-F4FC274D8D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A01BAF-1565-4BED-A36A-F662A095DDD7}"/>
              </a:ext>
            </a:extLst>
          </p:cNvPr>
          <p:cNvSpPr>
            <a:spLocks noGrp="1"/>
          </p:cNvSpPr>
          <p:nvPr>
            <p:ph type="dt" sz="half" idx="10"/>
          </p:nvPr>
        </p:nvSpPr>
        <p:spPr/>
        <p:txBody>
          <a:bodyPr/>
          <a:lstStyle/>
          <a:p>
            <a:fld id="{9F7E7157-6683-4E10-9768-98067D884164}" type="datetimeFigureOut">
              <a:rPr lang="en-GB" smtClean="0"/>
              <a:t>01/05/2025</a:t>
            </a:fld>
            <a:endParaRPr lang="en-GB"/>
          </a:p>
        </p:txBody>
      </p:sp>
      <p:sp>
        <p:nvSpPr>
          <p:cNvPr id="5" name="Footer Placeholder 4">
            <a:extLst>
              <a:ext uri="{FF2B5EF4-FFF2-40B4-BE49-F238E27FC236}">
                <a16:creationId xmlns:a16="http://schemas.microsoft.com/office/drawing/2014/main" id="{4FCECCDE-714E-002F-6280-888CA91D8C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7C73D0-63CA-5DB7-6DF1-8EAB5499010A}"/>
              </a:ext>
            </a:extLst>
          </p:cNvPr>
          <p:cNvSpPr>
            <a:spLocks noGrp="1"/>
          </p:cNvSpPr>
          <p:nvPr>
            <p:ph type="sldNum" sz="quarter" idx="12"/>
          </p:nvPr>
        </p:nvSpPr>
        <p:spPr/>
        <p:txBody>
          <a:bodyPr/>
          <a:lstStyle/>
          <a:p>
            <a:fld id="{E45FC356-3FC3-429B-9FB2-E22295C67877}" type="slidenum">
              <a:rPr lang="en-GB" smtClean="0"/>
              <a:t>‹#›</a:t>
            </a:fld>
            <a:endParaRPr lang="en-GB"/>
          </a:p>
        </p:txBody>
      </p:sp>
    </p:spTree>
    <p:extLst>
      <p:ext uri="{BB962C8B-B14F-4D97-AF65-F5344CB8AC3E}">
        <p14:creationId xmlns:p14="http://schemas.microsoft.com/office/powerpoint/2010/main" val="125873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C6A3D-792C-BD21-495E-B0ACD56B51D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EF1CB9D-03C5-D934-6C4B-AF28990DCA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E5D18AA-DD4D-ACB8-9159-FAF924F09E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57AFF68-BF3A-1E4B-11B8-7B6B18FBBD5A}"/>
              </a:ext>
            </a:extLst>
          </p:cNvPr>
          <p:cNvSpPr>
            <a:spLocks noGrp="1"/>
          </p:cNvSpPr>
          <p:nvPr>
            <p:ph type="dt" sz="half" idx="10"/>
          </p:nvPr>
        </p:nvSpPr>
        <p:spPr/>
        <p:txBody>
          <a:bodyPr/>
          <a:lstStyle/>
          <a:p>
            <a:fld id="{9F7E7157-6683-4E10-9768-98067D884164}" type="datetimeFigureOut">
              <a:rPr lang="en-GB" smtClean="0"/>
              <a:t>01/05/2025</a:t>
            </a:fld>
            <a:endParaRPr lang="en-GB"/>
          </a:p>
        </p:txBody>
      </p:sp>
      <p:sp>
        <p:nvSpPr>
          <p:cNvPr id="6" name="Footer Placeholder 5">
            <a:extLst>
              <a:ext uri="{FF2B5EF4-FFF2-40B4-BE49-F238E27FC236}">
                <a16:creationId xmlns:a16="http://schemas.microsoft.com/office/drawing/2014/main" id="{55843AD9-63AE-6ED1-8CF3-A9F5F956369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2B07D58-73D4-057A-B6EF-BC0B86786A15}"/>
              </a:ext>
            </a:extLst>
          </p:cNvPr>
          <p:cNvSpPr>
            <a:spLocks noGrp="1"/>
          </p:cNvSpPr>
          <p:nvPr>
            <p:ph type="sldNum" sz="quarter" idx="12"/>
          </p:nvPr>
        </p:nvSpPr>
        <p:spPr/>
        <p:txBody>
          <a:bodyPr/>
          <a:lstStyle/>
          <a:p>
            <a:fld id="{E45FC356-3FC3-429B-9FB2-E22295C67877}" type="slidenum">
              <a:rPr lang="en-GB" smtClean="0"/>
              <a:t>‹#›</a:t>
            </a:fld>
            <a:endParaRPr lang="en-GB"/>
          </a:p>
        </p:txBody>
      </p:sp>
    </p:spTree>
    <p:extLst>
      <p:ext uri="{BB962C8B-B14F-4D97-AF65-F5344CB8AC3E}">
        <p14:creationId xmlns:p14="http://schemas.microsoft.com/office/powerpoint/2010/main" val="18325820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A4A73-02CC-003B-C8BF-3EE6EDB67D3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2638E6B-0500-6905-A100-602EB7D227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7E3D45-4963-4E6F-E40E-FAB836F3C4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2D8EA02-50B7-FE75-2910-831CF298C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2BA65B-CBD4-B069-4E67-743B5F25CF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38128D2-2E23-57FE-7330-73E912C50FE4}"/>
              </a:ext>
            </a:extLst>
          </p:cNvPr>
          <p:cNvSpPr>
            <a:spLocks noGrp="1"/>
          </p:cNvSpPr>
          <p:nvPr>
            <p:ph type="dt" sz="half" idx="10"/>
          </p:nvPr>
        </p:nvSpPr>
        <p:spPr/>
        <p:txBody>
          <a:bodyPr/>
          <a:lstStyle/>
          <a:p>
            <a:fld id="{9F7E7157-6683-4E10-9768-98067D884164}" type="datetimeFigureOut">
              <a:rPr lang="en-GB" smtClean="0"/>
              <a:t>01/05/2025</a:t>
            </a:fld>
            <a:endParaRPr lang="en-GB"/>
          </a:p>
        </p:txBody>
      </p:sp>
      <p:sp>
        <p:nvSpPr>
          <p:cNvPr id="8" name="Footer Placeholder 7">
            <a:extLst>
              <a:ext uri="{FF2B5EF4-FFF2-40B4-BE49-F238E27FC236}">
                <a16:creationId xmlns:a16="http://schemas.microsoft.com/office/drawing/2014/main" id="{600077ED-C5FF-A3EB-E94F-5BEF49B6BDE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58DFBE0-EB2B-F849-89DF-78E0D2222F98}"/>
              </a:ext>
            </a:extLst>
          </p:cNvPr>
          <p:cNvSpPr>
            <a:spLocks noGrp="1"/>
          </p:cNvSpPr>
          <p:nvPr>
            <p:ph type="sldNum" sz="quarter" idx="12"/>
          </p:nvPr>
        </p:nvSpPr>
        <p:spPr/>
        <p:txBody>
          <a:bodyPr/>
          <a:lstStyle/>
          <a:p>
            <a:fld id="{E45FC356-3FC3-429B-9FB2-E22295C67877}" type="slidenum">
              <a:rPr lang="en-GB" smtClean="0"/>
              <a:t>‹#›</a:t>
            </a:fld>
            <a:endParaRPr lang="en-GB"/>
          </a:p>
        </p:txBody>
      </p:sp>
    </p:spTree>
    <p:extLst>
      <p:ext uri="{BB962C8B-B14F-4D97-AF65-F5344CB8AC3E}">
        <p14:creationId xmlns:p14="http://schemas.microsoft.com/office/powerpoint/2010/main" val="7431321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8E113-C167-3B27-1186-9A93EE3A2AF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ECCD3B1-78B4-AF92-B0C0-756A8745E8E1}"/>
              </a:ext>
            </a:extLst>
          </p:cNvPr>
          <p:cNvSpPr>
            <a:spLocks noGrp="1"/>
          </p:cNvSpPr>
          <p:nvPr>
            <p:ph type="dt" sz="half" idx="10"/>
          </p:nvPr>
        </p:nvSpPr>
        <p:spPr/>
        <p:txBody>
          <a:bodyPr/>
          <a:lstStyle/>
          <a:p>
            <a:fld id="{9F7E7157-6683-4E10-9768-98067D884164}" type="datetimeFigureOut">
              <a:rPr lang="en-GB" smtClean="0"/>
              <a:t>01/05/2025</a:t>
            </a:fld>
            <a:endParaRPr lang="en-GB"/>
          </a:p>
        </p:txBody>
      </p:sp>
      <p:sp>
        <p:nvSpPr>
          <p:cNvPr id="4" name="Footer Placeholder 3">
            <a:extLst>
              <a:ext uri="{FF2B5EF4-FFF2-40B4-BE49-F238E27FC236}">
                <a16:creationId xmlns:a16="http://schemas.microsoft.com/office/drawing/2014/main" id="{A872A091-DC0D-4781-9FB4-2D26ECE7EE9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C74BBA8-CDF3-AF8F-B1CD-A786C0A89FE3}"/>
              </a:ext>
            </a:extLst>
          </p:cNvPr>
          <p:cNvSpPr>
            <a:spLocks noGrp="1"/>
          </p:cNvSpPr>
          <p:nvPr>
            <p:ph type="sldNum" sz="quarter" idx="12"/>
          </p:nvPr>
        </p:nvSpPr>
        <p:spPr/>
        <p:txBody>
          <a:bodyPr/>
          <a:lstStyle/>
          <a:p>
            <a:fld id="{E45FC356-3FC3-429B-9FB2-E22295C67877}" type="slidenum">
              <a:rPr lang="en-GB" smtClean="0"/>
              <a:t>‹#›</a:t>
            </a:fld>
            <a:endParaRPr lang="en-GB"/>
          </a:p>
        </p:txBody>
      </p:sp>
    </p:spTree>
    <p:extLst>
      <p:ext uri="{BB962C8B-B14F-4D97-AF65-F5344CB8AC3E}">
        <p14:creationId xmlns:p14="http://schemas.microsoft.com/office/powerpoint/2010/main" val="11885613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DD686E-BC00-776D-1175-C0ABD24ED215}"/>
              </a:ext>
            </a:extLst>
          </p:cNvPr>
          <p:cNvSpPr>
            <a:spLocks noGrp="1"/>
          </p:cNvSpPr>
          <p:nvPr>
            <p:ph type="dt" sz="half" idx="10"/>
          </p:nvPr>
        </p:nvSpPr>
        <p:spPr/>
        <p:txBody>
          <a:bodyPr/>
          <a:lstStyle/>
          <a:p>
            <a:fld id="{9F7E7157-6683-4E10-9768-98067D884164}" type="datetimeFigureOut">
              <a:rPr lang="en-GB" smtClean="0"/>
              <a:t>01/05/2025</a:t>
            </a:fld>
            <a:endParaRPr lang="en-GB"/>
          </a:p>
        </p:txBody>
      </p:sp>
      <p:sp>
        <p:nvSpPr>
          <p:cNvPr id="3" name="Footer Placeholder 2">
            <a:extLst>
              <a:ext uri="{FF2B5EF4-FFF2-40B4-BE49-F238E27FC236}">
                <a16:creationId xmlns:a16="http://schemas.microsoft.com/office/drawing/2014/main" id="{36F6732A-05AF-36E2-88AB-C3561E38A2E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8A03885-1BA6-AD57-4E08-A30108425EA4}"/>
              </a:ext>
            </a:extLst>
          </p:cNvPr>
          <p:cNvSpPr>
            <a:spLocks noGrp="1"/>
          </p:cNvSpPr>
          <p:nvPr>
            <p:ph type="sldNum" sz="quarter" idx="12"/>
          </p:nvPr>
        </p:nvSpPr>
        <p:spPr/>
        <p:txBody>
          <a:bodyPr/>
          <a:lstStyle/>
          <a:p>
            <a:fld id="{E45FC356-3FC3-429B-9FB2-E22295C67877}" type="slidenum">
              <a:rPr lang="en-GB" smtClean="0"/>
              <a:t>‹#›</a:t>
            </a:fld>
            <a:endParaRPr lang="en-GB"/>
          </a:p>
        </p:txBody>
      </p:sp>
    </p:spTree>
    <p:extLst>
      <p:ext uri="{BB962C8B-B14F-4D97-AF65-F5344CB8AC3E}">
        <p14:creationId xmlns:p14="http://schemas.microsoft.com/office/powerpoint/2010/main" val="11020979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04347-94FB-13D7-5315-FC89DD056F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18C5A8D-DCBE-8B78-CAC8-2D3D4BB9D5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C271202-EF7F-C9C5-DE49-6E24BB84DD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5B8D91-296C-B797-B2EA-903D4FD79CB8}"/>
              </a:ext>
            </a:extLst>
          </p:cNvPr>
          <p:cNvSpPr>
            <a:spLocks noGrp="1"/>
          </p:cNvSpPr>
          <p:nvPr>
            <p:ph type="dt" sz="half" idx="10"/>
          </p:nvPr>
        </p:nvSpPr>
        <p:spPr/>
        <p:txBody>
          <a:bodyPr/>
          <a:lstStyle/>
          <a:p>
            <a:fld id="{9F7E7157-6683-4E10-9768-98067D884164}" type="datetimeFigureOut">
              <a:rPr lang="en-GB" smtClean="0"/>
              <a:t>01/05/2025</a:t>
            </a:fld>
            <a:endParaRPr lang="en-GB"/>
          </a:p>
        </p:txBody>
      </p:sp>
      <p:sp>
        <p:nvSpPr>
          <p:cNvPr id="6" name="Footer Placeholder 5">
            <a:extLst>
              <a:ext uri="{FF2B5EF4-FFF2-40B4-BE49-F238E27FC236}">
                <a16:creationId xmlns:a16="http://schemas.microsoft.com/office/drawing/2014/main" id="{9D7E2380-B053-77A7-0C80-B33456A92FD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BD51AB-7FE7-3C2B-556A-39DD4FD90D98}"/>
              </a:ext>
            </a:extLst>
          </p:cNvPr>
          <p:cNvSpPr>
            <a:spLocks noGrp="1"/>
          </p:cNvSpPr>
          <p:nvPr>
            <p:ph type="sldNum" sz="quarter" idx="12"/>
          </p:nvPr>
        </p:nvSpPr>
        <p:spPr/>
        <p:txBody>
          <a:bodyPr/>
          <a:lstStyle/>
          <a:p>
            <a:fld id="{E45FC356-3FC3-429B-9FB2-E22295C67877}" type="slidenum">
              <a:rPr lang="en-GB" smtClean="0"/>
              <a:t>‹#›</a:t>
            </a:fld>
            <a:endParaRPr lang="en-GB"/>
          </a:p>
        </p:txBody>
      </p:sp>
    </p:spTree>
    <p:extLst>
      <p:ext uri="{BB962C8B-B14F-4D97-AF65-F5344CB8AC3E}">
        <p14:creationId xmlns:p14="http://schemas.microsoft.com/office/powerpoint/2010/main" val="19869209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40AE-45D1-D211-0A7D-6324C16B28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898AFCC-89A4-4443-4E2E-AC361BEEA9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F959601-3464-8B69-2BAD-B629E8358A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FF5F04-8BB3-DE78-5F12-124997A59F49}"/>
              </a:ext>
            </a:extLst>
          </p:cNvPr>
          <p:cNvSpPr>
            <a:spLocks noGrp="1"/>
          </p:cNvSpPr>
          <p:nvPr>
            <p:ph type="dt" sz="half" idx="10"/>
          </p:nvPr>
        </p:nvSpPr>
        <p:spPr/>
        <p:txBody>
          <a:bodyPr/>
          <a:lstStyle/>
          <a:p>
            <a:fld id="{9F7E7157-6683-4E10-9768-98067D884164}" type="datetimeFigureOut">
              <a:rPr lang="en-GB" smtClean="0"/>
              <a:t>01/05/2025</a:t>
            </a:fld>
            <a:endParaRPr lang="en-GB"/>
          </a:p>
        </p:txBody>
      </p:sp>
      <p:sp>
        <p:nvSpPr>
          <p:cNvPr id="6" name="Footer Placeholder 5">
            <a:extLst>
              <a:ext uri="{FF2B5EF4-FFF2-40B4-BE49-F238E27FC236}">
                <a16:creationId xmlns:a16="http://schemas.microsoft.com/office/drawing/2014/main" id="{3C60DA0A-B33D-73DB-0FDC-27FA3CE218E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5868FA-B3C7-1263-4896-5D540304ECFB}"/>
              </a:ext>
            </a:extLst>
          </p:cNvPr>
          <p:cNvSpPr>
            <a:spLocks noGrp="1"/>
          </p:cNvSpPr>
          <p:nvPr>
            <p:ph type="sldNum" sz="quarter" idx="12"/>
          </p:nvPr>
        </p:nvSpPr>
        <p:spPr/>
        <p:txBody>
          <a:bodyPr/>
          <a:lstStyle/>
          <a:p>
            <a:fld id="{E45FC356-3FC3-429B-9FB2-E22295C67877}" type="slidenum">
              <a:rPr lang="en-GB" smtClean="0"/>
              <a:t>‹#›</a:t>
            </a:fld>
            <a:endParaRPr lang="en-GB"/>
          </a:p>
        </p:txBody>
      </p:sp>
    </p:spTree>
    <p:extLst>
      <p:ext uri="{BB962C8B-B14F-4D97-AF65-F5344CB8AC3E}">
        <p14:creationId xmlns:p14="http://schemas.microsoft.com/office/powerpoint/2010/main" val="939424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B7DEF-F0F3-B2F0-E7EA-90A168EDE7E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FDF8039-3DE6-C227-E9B1-51D0E4EBA8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882529C-208F-C119-3B87-92972074A1BD}"/>
              </a:ext>
            </a:extLst>
          </p:cNvPr>
          <p:cNvSpPr>
            <a:spLocks noGrp="1"/>
          </p:cNvSpPr>
          <p:nvPr>
            <p:ph type="dt" sz="half" idx="10"/>
          </p:nvPr>
        </p:nvSpPr>
        <p:spPr/>
        <p:txBody>
          <a:bodyPr/>
          <a:lstStyle/>
          <a:p>
            <a:fld id="{9F7E7157-6683-4E10-9768-98067D884164}" type="datetimeFigureOut">
              <a:rPr lang="en-GB" smtClean="0"/>
              <a:t>01/05/2025</a:t>
            </a:fld>
            <a:endParaRPr lang="en-GB"/>
          </a:p>
        </p:txBody>
      </p:sp>
      <p:sp>
        <p:nvSpPr>
          <p:cNvPr id="5" name="Footer Placeholder 4">
            <a:extLst>
              <a:ext uri="{FF2B5EF4-FFF2-40B4-BE49-F238E27FC236}">
                <a16:creationId xmlns:a16="http://schemas.microsoft.com/office/drawing/2014/main" id="{8C28E932-E766-391B-6EEC-6521B3277E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F3DF9A-5D7F-FEBA-85F3-0E6D9EE05681}"/>
              </a:ext>
            </a:extLst>
          </p:cNvPr>
          <p:cNvSpPr>
            <a:spLocks noGrp="1"/>
          </p:cNvSpPr>
          <p:nvPr>
            <p:ph type="sldNum" sz="quarter" idx="12"/>
          </p:nvPr>
        </p:nvSpPr>
        <p:spPr/>
        <p:txBody>
          <a:bodyPr/>
          <a:lstStyle/>
          <a:p>
            <a:fld id="{E45FC356-3FC3-429B-9FB2-E22295C67877}" type="slidenum">
              <a:rPr lang="en-GB" smtClean="0"/>
              <a:t>‹#›</a:t>
            </a:fld>
            <a:endParaRPr lang="en-GB"/>
          </a:p>
        </p:txBody>
      </p:sp>
    </p:spTree>
    <p:extLst>
      <p:ext uri="{BB962C8B-B14F-4D97-AF65-F5344CB8AC3E}">
        <p14:creationId xmlns:p14="http://schemas.microsoft.com/office/powerpoint/2010/main" val="16549851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8A82FB-41D4-795D-5FDE-4FB7A36116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6DF196B-E12C-4BBA-0E22-26BAD7DFAA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CACE0B4-3D9C-EB1D-FFBC-94155E2FE69E}"/>
              </a:ext>
            </a:extLst>
          </p:cNvPr>
          <p:cNvSpPr>
            <a:spLocks noGrp="1"/>
          </p:cNvSpPr>
          <p:nvPr>
            <p:ph type="dt" sz="half" idx="10"/>
          </p:nvPr>
        </p:nvSpPr>
        <p:spPr/>
        <p:txBody>
          <a:bodyPr/>
          <a:lstStyle/>
          <a:p>
            <a:fld id="{9F7E7157-6683-4E10-9768-98067D884164}" type="datetimeFigureOut">
              <a:rPr lang="en-GB" smtClean="0"/>
              <a:t>01/05/2025</a:t>
            </a:fld>
            <a:endParaRPr lang="en-GB"/>
          </a:p>
        </p:txBody>
      </p:sp>
      <p:sp>
        <p:nvSpPr>
          <p:cNvPr id="5" name="Footer Placeholder 4">
            <a:extLst>
              <a:ext uri="{FF2B5EF4-FFF2-40B4-BE49-F238E27FC236}">
                <a16:creationId xmlns:a16="http://schemas.microsoft.com/office/drawing/2014/main" id="{DF56C69B-427F-3030-0079-2E8F7F8715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3A19F7-D338-A729-781D-0420C71F1040}"/>
              </a:ext>
            </a:extLst>
          </p:cNvPr>
          <p:cNvSpPr>
            <a:spLocks noGrp="1"/>
          </p:cNvSpPr>
          <p:nvPr>
            <p:ph type="sldNum" sz="quarter" idx="12"/>
          </p:nvPr>
        </p:nvSpPr>
        <p:spPr/>
        <p:txBody>
          <a:bodyPr/>
          <a:lstStyle/>
          <a:p>
            <a:fld id="{E45FC356-3FC3-429B-9FB2-E22295C67877}" type="slidenum">
              <a:rPr lang="en-GB" smtClean="0"/>
              <a:t>‹#›</a:t>
            </a:fld>
            <a:endParaRPr lang="en-GB"/>
          </a:p>
        </p:txBody>
      </p:sp>
    </p:spTree>
    <p:extLst>
      <p:ext uri="{BB962C8B-B14F-4D97-AF65-F5344CB8AC3E}">
        <p14:creationId xmlns:p14="http://schemas.microsoft.com/office/powerpoint/2010/main" val="4253824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02091F-2390-8B31-52AD-3FE2CE36C2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68CAC2D-3C06-E0C6-671A-00E2C2DAD3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96B8C26-6AB6-EED7-3CAC-7F7687BBDB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C7380B-6FA4-4E74-8F50-B27091C2622B}" type="datetimeFigureOut">
              <a:rPr lang="en-GB" smtClean="0"/>
              <a:t>01/05/2025</a:t>
            </a:fld>
            <a:endParaRPr lang="en-GB" dirty="0"/>
          </a:p>
        </p:txBody>
      </p:sp>
      <p:sp>
        <p:nvSpPr>
          <p:cNvPr id="5" name="Footer Placeholder 4">
            <a:extLst>
              <a:ext uri="{FF2B5EF4-FFF2-40B4-BE49-F238E27FC236}">
                <a16:creationId xmlns:a16="http://schemas.microsoft.com/office/drawing/2014/main" id="{BD223E93-A715-2B5A-BDB5-D0451142ED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dirty="0"/>
          </a:p>
        </p:txBody>
      </p:sp>
      <p:sp>
        <p:nvSpPr>
          <p:cNvPr id="6" name="Slide Number Placeholder 5">
            <a:extLst>
              <a:ext uri="{FF2B5EF4-FFF2-40B4-BE49-F238E27FC236}">
                <a16:creationId xmlns:a16="http://schemas.microsoft.com/office/drawing/2014/main" id="{CB5D34CC-7907-766E-A938-46BEF68F60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22B657-30AD-4A38-8AB9-122B34D34C20}" type="slidenum">
              <a:rPr lang="en-GB" smtClean="0"/>
              <a:t>‹#›</a:t>
            </a:fld>
            <a:endParaRPr lang="en-GB" dirty="0"/>
          </a:p>
        </p:txBody>
      </p:sp>
    </p:spTree>
    <p:extLst>
      <p:ext uri="{BB962C8B-B14F-4D97-AF65-F5344CB8AC3E}">
        <p14:creationId xmlns:p14="http://schemas.microsoft.com/office/powerpoint/2010/main" val="86291446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9C31F2-252E-8A0C-4B18-A4798D7B63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E7D3A20-682F-3337-964A-2D14AE0CB7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B7F0861-D5C9-28E5-11B7-8EA66F382C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7E7157-6683-4E10-9768-98067D884164}" type="datetimeFigureOut">
              <a:rPr lang="en-GB" smtClean="0"/>
              <a:t>01/05/2025</a:t>
            </a:fld>
            <a:endParaRPr lang="en-GB"/>
          </a:p>
        </p:txBody>
      </p:sp>
      <p:sp>
        <p:nvSpPr>
          <p:cNvPr id="5" name="Footer Placeholder 4">
            <a:extLst>
              <a:ext uri="{FF2B5EF4-FFF2-40B4-BE49-F238E27FC236}">
                <a16:creationId xmlns:a16="http://schemas.microsoft.com/office/drawing/2014/main" id="{06362C0B-B0DF-2695-1C03-363EFDC26D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D281B52-DAF3-2F0A-E378-3BA8987576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5FC356-3FC3-429B-9FB2-E22295C67877}" type="slidenum">
              <a:rPr lang="en-GB" smtClean="0"/>
              <a:t>‹#›</a:t>
            </a:fld>
            <a:endParaRPr lang="en-GB"/>
          </a:p>
        </p:txBody>
      </p:sp>
    </p:spTree>
    <p:extLst>
      <p:ext uri="{BB962C8B-B14F-4D97-AF65-F5344CB8AC3E}">
        <p14:creationId xmlns:p14="http://schemas.microsoft.com/office/powerpoint/2010/main" val="1687822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7.jp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3E79E-9695-C3E1-B962-07CC05AD8208}"/>
              </a:ext>
            </a:extLst>
          </p:cNvPr>
          <p:cNvSpPr>
            <a:spLocks noGrp="1"/>
          </p:cNvSpPr>
          <p:nvPr>
            <p:ph type="ctrTitle"/>
          </p:nvPr>
        </p:nvSpPr>
        <p:spPr>
          <a:xfrm>
            <a:off x="1524000" y="556306"/>
            <a:ext cx="9144000" cy="2387600"/>
          </a:xfrm>
        </p:spPr>
        <p:txBody>
          <a:bodyPr>
            <a:normAutofit fontScale="90000"/>
          </a:bodyPr>
          <a:lstStyle/>
          <a:p>
            <a:br>
              <a:rPr lang="en-GB" dirty="0"/>
            </a:br>
            <a:br>
              <a:rPr lang="en-GB" dirty="0"/>
            </a:br>
            <a:br>
              <a:rPr lang="en-GB" dirty="0"/>
            </a:br>
            <a:r>
              <a:rPr lang="en-GB" dirty="0"/>
              <a:t>Overview of the project purpose</a:t>
            </a:r>
          </a:p>
        </p:txBody>
      </p:sp>
      <p:sp>
        <p:nvSpPr>
          <p:cNvPr id="3" name="Subtitle 2">
            <a:extLst>
              <a:ext uri="{FF2B5EF4-FFF2-40B4-BE49-F238E27FC236}">
                <a16:creationId xmlns:a16="http://schemas.microsoft.com/office/drawing/2014/main" id="{B5610768-469D-E8BB-28F7-CA52B3AEC811}"/>
              </a:ext>
            </a:extLst>
          </p:cNvPr>
          <p:cNvSpPr>
            <a:spLocks noGrp="1"/>
          </p:cNvSpPr>
          <p:nvPr>
            <p:ph type="subTitle" idx="1"/>
          </p:nvPr>
        </p:nvSpPr>
        <p:spPr>
          <a:xfrm>
            <a:off x="1524000" y="3278707"/>
            <a:ext cx="9144000" cy="1655762"/>
          </a:xfrm>
        </p:spPr>
        <p:txBody>
          <a:bodyPr/>
          <a:lstStyle/>
          <a:p>
            <a:r>
              <a:rPr lang="en-GB" i="1" dirty="0"/>
              <a:t>John King</a:t>
            </a:r>
            <a:br>
              <a:rPr lang="en-GB" i="1" dirty="0"/>
            </a:br>
            <a:r>
              <a:rPr lang="en-GB" i="1" dirty="0"/>
              <a:t>jk525@student.le.ac.uk</a:t>
            </a:r>
          </a:p>
        </p:txBody>
      </p:sp>
      <p:pic>
        <p:nvPicPr>
          <p:cNvPr id="5" name="Picture 4">
            <a:extLst>
              <a:ext uri="{FF2B5EF4-FFF2-40B4-BE49-F238E27FC236}">
                <a16:creationId xmlns:a16="http://schemas.microsoft.com/office/drawing/2014/main" id="{3FF451FA-5436-ADFE-5C3E-95FB40CCD1F6}"/>
              </a:ext>
            </a:extLst>
          </p:cNvPr>
          <p:cNvPicPr>
            <a:picLocks noChangeAspect="1"/>
          </p:cNvPicPr>
          <p:nvPr/>
        </p:nvPicPr>
        <p:blipFill>
          <a:blip r:embed="rId2"/>
          <a:stretch>
            <a:fillRect/>
          </a:stretch>
        </p:blipFill>
        <p:spPr>
          <a:xfrm>
            <a:off x="1790442" y="221505"/>
            <a:ext cx="8611116" cy="1881900"/>
          </a:xfrm>
          <a:prstGeom prst="rect">
            <a:avLst/>
          </a:prstGeom>
        </p:spPr>
      </p:pic>
    </p:spTree>
    <p:extLst>
      <p:ext uri="{BB962C8B-B14F-4D97-AF65-F5344CB8AC3E}">
        <p14:creationId xmlns:p14="http://schemas.microsoft.com/office/powerpoint/2010/main" val="1891838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AF55D2-24BB-161E-8661-29B8AF2058D1}"/>
              </a:ext>
            </a:extLst>
          </p:cNvPr>
          <p:cNvSpPr>
            <a:spLocks noGrp="1"/>
          </p:cNvSpPr>
          <p:nvPr>
            <p:ph type="title"/>
          </p:nvPr>
        </p:nvSpPr>
        <p:spPr>
          <a:xfrm>
            <a:off x="838200" y="365125"/>
            <a:ext cx="10515600" cy="1325563"/>
          </a:xfrm>
        </p:spPr>
        <p:txBody>
          <a:bodyPr>
            <a:normAutofit/>
          </a:bodyPr>
          <a:lstStyle/>
          <a:p>
            <a:r>
              <a:rPr lang="en-GB" sz="5400"/>
              <a:t>Project Background</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50117F0-5C9D-7982-D4A7-F7BD8DA48922}"/>
              </a:ext>
            </a:extLst>
          </p:cNvPr>
          <p:cNvSpPr>
            <a:spLocks noGrp="1"/>
          </p:cNvSpPr>
          <p:nvPr>
            <p:ph idx="1"/>
          </p:nvPr>
        </p:nvSpPr>
        <p:spPr>
          <a:xfrm>
            <a:off x="838200" y="1929384"/>
            <a:ext cx="10515600" cy="4251960"/>
          </a:xfrm>
        </p:spPr>
        <p:txBody>
          <a:bodyPr>
            <a:normAutofit/>
          </a:bodyPr>
          <a:lstStyle/>
          <a:p>
            <a:r>
              <a:rPr lang="en-GB" sz="2200" dirty="0"/>
              <a:t>IBM </a:t>
            </a:r>
            <a:r>
              <a:rPr lang="en-GB" sz="2200" dirty="0" err="1"/>
              <a:t>Skillsbuild</a:t>
            </a:r>
            <a:r>
              <a:rPr lang="en-GB" sz="2200" dirty="0"/>
              <a:t> is a free educational platform teaching valuable skills in computing and technology.</a:t>
            </a:r>
          </a:p>
        </p:txBody>
      </p:sp>
    </p:spTree>
    <p:extLst>
      <p:ext uri="{BB962C8B-B14F-4D97-AF65-F5344CB8AC3E}">
        <p14:creationId xmlns:p14="http://schemas.microsoft.com/office/powerpoint/2010/main" val="1781863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837D9F-401C-41BA-3B1E-7DA6AFC30779}"/>
              </a:ext>
            </a:extLst>
          </p:cNvPr>
          <p:cNvSpPr>
            <a:spLocks noGrp="1"/>
          </p:cNvSpPr>
          <p:nvPr>
            <p:ph type="title"/>
          </p:nvPr>
        </p:nvSpPr>
        <p:spPr>
          <a:xfrm>
            <a:off x="838200" y="365125"/>
            <a:ext cx="10515600" cy="1325563"/>
          </a:xfrm>
        </p:spPr>
        <p:txBody>
          <a:bodyPr>
            <a:normAutofit/>
          </a:bodyPr>
          <a:lstStyle/>
          <a:p>
            <a:r>
              <a:rPr lang="en-GB" sz="5400"/>
              <a:t>The problem we want to solve…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9150C24-2F11-8BDC-6303-F66FD44C7B79}"/>
              </a:ext>
            </a:extLst>
          </p:cNvPr>
          <p:cNvSpPr>
            <a:spLocks noGrp="1"/>
          </p:cNvSpPr>
          <p:nvPr>
            <p:ph idx="1"/>
          </p:nvPr>
        </p:nvSpPr>
        <p:spPr>
          <a:xfrm>
            <a:off x="838200" y="1929384"/>
            <a:ext cx="10515600" cy="4251960"/>
          </a:xfrm>
        </p:spPr>
        <p:txBody>
          <a:bodyPr>
            <a:normAutofit/>
          </a:bodyPr>
          <a:lstStyle/>
          <a:p>
            <a:pPr marL="0" indent="0">
              <a:buNone/>
            </a:pPr>
            <a:r>
              <a:rPr lang="en-GB" sz="2200" dirty="0"/>
              <a:t>There is no denying that IBM </a:t>
            </a:r>
            <a:r>
              <a:rPr lang="en-GB" sz="2200" dirty="0" err="1"/>
              <a:t>Skillsbuild</a:t>
            </a:r>
            <a:r>
              <a:rPr lang="en-GB" sz="2200" dirty="0"/>
              <a:t> offers excellent content but:</a:t>
            </a:r>
          </a:p>
          <a:p>
            <a:r>
              <a:rPr lang="en-GB" sz="2200" dirty="0"/>
              <a:t>Progress on IBM </a:t>
            </a:r>
            <a:r>
              <a:rPr lang="en-GB" sz="2200" dirty="0" err="1"/>
              <a:t>Skillsbuild</a:t>
            </a:r>
            <a:r>
              <a:rPr lang="en-GB" sz="2200" dirty="0"/>
              <a:t> feels invisible, making it hard for learners to stay motivated</a:t>
            </a:r>
          </a:p>
          <a:p>
            <a:r>
              <a:rPr lang="en-GB" sz="2200" dirty="0"/>
              <a:t>There is no clear sense of achievement which limits ongoing engagement</a:t>
            </a:r>
          </a:p>
          <a:p>
            <a:r>
              <a:rPr lang="en-GB" sz="2200" dirty="0"/>
              <a:t>There is little social connection, making the learning experience feel isolated</a:t>
            </a:r>
          </a:p>
          <a:p>
            <a:pPr marL="0" indent="0">
              <a:buNone/>
            </a:pPr>
            <a:endParaRPr lang="en-GB" sz="2200" dirty="0"/>
          </a:p>
        </p:txBody>
      </p:sp>
    </p:spTree>
    <p:extLst>
      <p:ext uri="{BB962C8B-B14F-4D97-AF65-F5344CB8AC3E}">
        <p14:creationId xmlns:p14="http://schemas.microsoft.com/office/powerpoint/2010/main" val="3901447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A6A637-49ED-029E-F3CF-2CFABF7E17DB}"/>
              </a:ext>
            </a:extLst>
          </p:cNvPr>
          <p:cNvSpPr>
            <a:spLocks noGrp="1"/>
          </p:cNvSpPr>
          <p:nvPr>
            <p:ph type="title"/>
          </p:nvPr>
        </p:nvSpPr>
        <p:spPr>
          <a:xfrm>
            <a:off x="838200" y="365125"/>
            <a:ext cx="10515600" cy="1325563"/>
          </a:xfrm>
        </p:spPr>
        <p:txBody>
          <a:bodyPr>
            <a:normAutofit/>
          </a:bodyPr>
          <a:lstStyle/>
          <a:p>
            <a:r>
              <a:rPr lang="en-GB" sz="5400"/>
              <a:t>The solution!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75FB7A9-0739-0DDE-7E0D-B777C3A90B95}"/>
              </a:ext>
            </a:extLst>
          </p:cNvPr>
          <p:cNvSpPr>
            <a:spLocks noGrp="1"/>
          </p:cNvSpPr>
          <p:nvPr>
            <p:ph idx="1"/>
          </p:nvPr>
        </p:nvSpPr>
        <p:spPr>
          <a:xfrm>
            <a:off x="838200" y="1929384"/>
            <a:ext cx="10515600" cy="4251960"/>
          </a:xfrm>
        </p:spPr>
        <p:txBody>
          <a:bodyPr>
            <a:normAutofit/>
          </a:bodyPr>
          <a:lstStyle/>
          <a:p>
            <a:r>
              <a:rPr lang="en-GB" sz="2400" dirty="0"/>
              <a:t>Our gamification project was designed to make the learning experience more engaging, interactive, and rewarding for students through a range of features, including:</a:t>
            </a:r>
          </a:p>
          <a:p>
            <a:pPr marL="0" indent="0">
              <a:buNone/>
            </a:pPr>
            <a:r>
              <a:rPr lang="en-GB" sz="2400" dirty="0"/>
              <a:t>	</a:t>
            </a:r>
            <a:r>
              <a:rPr lang="en-GB" sz="2400" b="1" dirty="0"/>
              <a:t>.</a:t>
            </a:r>
            <a:r>
              <a:rPr lang="en-GB" sz="2400" dirty="0"/>
              <a:t> </a:t>
            </a:r>
            <a:r>
              <a:rPr lang="en-GB" sz="2200" dirty="0"/>
              <a:t>A Global Leaderboard and Friend Leaderboard</a:t>
            </a:r>
          </a:p>
          <a:p>
            <a:pPr marL="0" indent="0">
              <a:buNone/>
            </a:pPr>
            <a:r>
              <a:rPr lang="en-GB" sz="2200" dirty="0"/>
              <a:t>	</a:t>
            </a:r>
            <a:r>
              <a:rPr lang="en-GB" sz="2200" b="1" dirty="0"/>
              <a:t>.</a:t>
            </a:r>
            <a:r>
              <a:rPr lang="en-GB" sz="2200" dirty="0"/>
              <a:t> Personal Learning Goals and Progress tracking</a:t>
            </a:r>
          </a:p>
          <a:p>
            <a:pPr marL="0" indent="0">
              <a:buNone/>
            </a:pPr>
            <a:r>
              <a:rPr lang="en-GB" sz="2200" dirty="0"/>
              <a:t>	</a:t>
            </a:r>
            <a:r>
              <a:rPr lang="en-GB" sz="2200" b="1" dirty="0"/>
              <a:t>.</a:t>
            </a:r>
            <a:r>
              <a:rPr lang="en-GB" sz="2200" dirty="0"/>
              <a:t> A Credit System with purchasable Avatars</a:t>
            </a:r>
          </a:p>
          <a:p>
            <a:pPr marL="0" indent="0">
              <a:buNone/>
            </a:pPr>
            <a:r>
              <a:rPr lang="en-GB" sz="2200" dirty="0"/>
              <a:t>	</a:t>
            </a:r>
            <a:r>
              <a:rPr lang="en-GB" sz="2200" b="1" dirty="0"/>
              <a:t>. </a:t>
            </a:r>
            <a:r>
              <a:rPr lang="en-GB" sz="2200" dirty="0"/>
              <a:t>Unlockable Badges and ranks</a:t>
            </a:r>
          </a:p>
          <a:p>
            <a:endParaRPr lang="en-GB" sz="2200" dirty="0"/>
          </a:p>
        </p:txBody>
      </p:sp>
    </p:spTree>
    <p:extLst>
      <p:ext uri="{BB962C8B-B14F-4D97-AF65-F5344CB8AC3E}">
        <p14:creationId xmlns:p14="http://schemas.microsoft.com/office/powerpoint/2010/main" val="867412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BB5D96-1408-965E-CEB8-779727515350}"/>
              </a:ext>
            </a:extLst>
          </p:cNvPr>
          <p:cNvSpPr>
            <a:spLocks noGrp="1"/>
          </p:cNvSpPr>
          <p:nvPr>
            <p:ph type="title"/>
          </p:nvPr>
        </p:nvSpPr>
        <p:spPr>
          <a:xfrm>
            <a:off x="630936" y="502920"/>
            <a:ext cx="3419856" cy="1463040"/>
          </a:xfrm>
        </p:spPr>
        <p:txBody>
          <a:bodyPr anchor="ctr">
            <a:normAutofit/>
          </a:bodyPr>
          <a:lstStyle/>
          <a:p>
            <a:r>
              <a:rPr lang="en-GB" sz="3400" dirty="0"/>
              <a:t>Purpose: Personal Learning goals</a:t>
            </a:r>
          </a:p>
        </p:txBody>
      </p:sp>
      <p:sp>
        <p:nvSpPr>
          <p:cNvPr id="48"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9125B94-33D4-128D-4E5E-C9F46278F501}"/>
              </a:ext>
            </a:extLst>
          </p:cNvPr>
          <p:cNvSpPr>
            <a:spLocks noGrp="1"/>
          </p:cNvSpPr>
          <p:nvPr>
            <p:ph idx="1"/>
          </p:nvPr>
        </p:nvSpPr>
        <p:spPr>
          <a:xfrm>
            <a:off x="4654295" y="502920"/>
            <a:ext cx="6894576" cy="1463040"/>
          </a:xfrm>
        </p:spPr>
        <p:txBody>
          <a:bodyPr anchor="ctr">
            <a:normAutofit/>
          </a:bodyPr>
          <a:lstStyle/>
          <a:p>
            <a:r>
              <a:rPr lang="en-GB" sz="1500" b="1"/>
              <a:t>Focus and Motivation:</a:t>
            </a:r>
            <a:br>
              <a:rPr lang="en-GB" sz="1500"/>
            </a:br>
            <a:r>
              <a:rPr lang="en-GB" sz="1500"/>
              <a:t>Personal Learning goals gives the student a clear target to work towards.</a:t>
            </a:r>
          </a:p>
          <a:p>
            <a:r>
              <a:rPr lang="en-GB" sz="1500" b="1"/>
              <a:t>Sense of Progress:</a:t>
            </a:r>
            <a:br>
              <a:rPr lang="en-GB" sz="1500"/>
            </a:br>
            <a:r>
              <a:rPr lang="en-GB" sz="1500"/>
              <a:t>Progress bars show students how close they are to achieving their goals.</a:t>
            </a:r>
          </a:p>
          <a:p>
            <a:endParaRPr lang="en-GB" sz="1500"/>
          </a:p>
        </p:txBody>
      </p:sp>
      <p:pic>
        <p:nvPicPr>
          <p:cNvPr id="5" name="Picture 4" descr="A screenshot of a dashboard&#10;&#10;AI-generated content may be incorrect.">
            <a:extLst>
              <a:ext uri="{FF2B5EF4-FFF2-40B4-BE49-F238E27FC236}">
                <a16:creationId xmlns:a16="http://schemas.microsoft.com/office/drawing/2014/main" id="{D0896076-A23D-A604-65E5-5CABFFD3D35B}"/>
              </a:ext>
            </a:extLst>
          </p:cNvPr>
          <p:cNvPicPr>
            <a:picLocks noChangeAspect="1"/>
          </p:cNvPicPr>
          <p:nvPr/>
        </p:nvPicPr>
        <p:blipFill>
          <a:blip r:embed="rId2"/>
          <a:stretch>
            <a:fillRect/>
          </a:stretch>
        </p:blipFill>
        <p:spPr>
          <a:xfrm>
            <a:off x="630936" y="3042345"/>
            <a:ext cx="10917936" cy="2456533"/>
          </a:xfrm>
          <a:prstGeom prst="rect">
            <a:avLst/>
          </a:prstGeom>
        </p:spPr>
      </p:pic>
    </p:spTree>
    <p:extLst>
      <p:ext uri="{BB962C8B-B14F-4D97-AF65-F5344CB8AC3E}">
        <p14:creationId xmlns:p14="http://schemas.microsoft.com/office/powerpoint/2010/main" val="1223065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0A0387-6CEB-CD67-BA23-0832E0EF6353}"/>
              </a:ext>
            </a:extLst>
          </p:cNvPr>
          <p:cNvSpPr>
            <a:spLocks noGrp="1"/>
          </p:cNvSpPr>
          <p:nvPr>
            <p:ph type="title"/>
          </p:nvPr>
        </p:nvSpPr>
        <p:spPr>
          <a:xfrm>
            <a:off x="630936" y="502920"/>
            <a:ext cx="3419856" cy="1463040"/>
          </a:xfrm>
        </p:spPr>
        <p:txBody>
          <a:bodyPr anchor="ctr">
            <a:normAutofit/>
          </a:bodyPr>
          <a:lstStyle/>
          <a:p>
            <a:r>
              <a:rPr lang="en-GB" sz="4800"/>
              <a:t>Purpose: Leaderboard </a:t>
            </a:r>
          </a:p>
        </p:txBody>
      </p:sp>
      <p:sp>
        <p:nvSpPr>
          <p:cNvPr id="19"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3487389-48B5-B12D-66A4-5490E4A27830}"/>
              </a:ext>
            </a:extLst>
          </p:cNvPr>
          <p:cNvSpPr>
            <a:spLocks noGrp="1"/>
          </p:cNvSpPr>
          <p:nvPr>
            <p:ph idx="1"/>
          </p:nvPr>
        </p:nvSpPr>
        <p:spPr>
          <a:xfrm>
            <a:off x="4654295" y="502920"/>
            <a:ext cx="6894576" cy="1463040"/>
          </a:xfrm>
        </p:spPr>
        <p:txBody>
          <a:bodyPr anchor="ctr">
            <a:normAutofit/>
          </a:bodyPr>
          <a:lstStyle/>
          <a:p>
            <a:r>
              <a:rPr lang="en-GB" sz="1500" b="1"/>
              <a:t>Competition:</a:t>
            </a:r>
            <a:br>
              <a:rPr lang="en-GB" sz="1500"/>
            </a:br>
            <a:r>
              <a:rPr lang="en-GB" sz="1500"/>
              <a:t>Global leaderboard encourages students to push themselves to climb their rank</a:t>
            </a:r>
          </a:p>
          <a:p>
            <a:r>
              <a:rPr lang="en-GB" sz="1500" b="1"/>
              <a:t>Social connection:</a:t>
            </a:r>
            <a:br>
              <a:rPr lang="en-GB" sz="1500"/>
            </a:br>
            <a:r>
              <a:rPr lang="en-GB" sz="1500"/>
              <a:t>Friends' leaderboard allows students to compare learning progress in a smaller, more supportive group</a:t>
            </a:r>
          </a:p>
        </p:txBody>
      </p:sp>
      <p:pic>
        <p:nvPicPr>
          <p:cNvPr id="5" name="Picture 4">
            <a:extLst>
              <a:ext uri="{FF2B5EF4-FFF2-40B4-BE49-F238E27FC236}">
                <a16:creationId xmlns:a16="http://schemas.microsoft.com/office/drawing/2014/main" id="{BC506336-4D95-617B-392D-3548EEFBBAED}"/>
              </a:ext>
            </a:extLst>
          </p:cNvPr>
          <p:cNvPicPr>
            <a:picLocks noChangeAspect="1"/>
          </p:cNvPicPr>
          <p:nvPr/>
        </p:nvPicPr>
        <p:blipFill>
          <a:blip r:embed="rId2"/>
          <a:stretch>
            <a:fillRect/>
          </a:stretch>
        </p:blipFill>
        <p:spPr>
          <a:xfrm>
            <a:off x="845727" y="2290936"/>
            <a:ext cx="10488354" cy="3959352"/>
          </a:xfrm>
          <a:prstGeom prst="rect">
            <a:avLst/>
          </a:prstGeom>
        </p:spPr>
      </p:pic>
    </p:spTree>
    <p:extLst>
      <p:ext uri="{BB962C8B-B14F-4D97-AF65-F5344CB8AC3E}">
        <p14:creationId xmlns:p14="http://schemas.microsoft.com/office/powerpoint/2010/main" val="1883399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46F267-F483-2403-AD08-3CB3433CF44F}"/>
              </a:ext>
            </a:extLst>
          </p:cNvPr>
          <p:cNvSpPr>
            <a:spLocks noGrp="1"/>
          </p:cNvSpPr>
          <p:nvPr>
            <p:ph type="title"/>
          </p:nvPr>
        </p:nvSpPr>
        <p:spPr>
          <a:xfrm>
            <a:off x="630936" y="502920"/>
            <a:ext cx="3419856" cy="1463040"/>
          </a:xfrm>
        </p:spPr>
        <p:txBody>
          <a:bodyPr anchor="ctr">
            <a:noAutofit/>
          </a:bodyPr>
          <a:lstStyle/>
          <a:p>
            <a:r>
              <a:rPr lang="en-GB" sz="3400" dirty="0"/>
              <a:t>Purpose: </a:t>
            </a:r>
            <a:br>
              <a:rPr lang="en-GB" sz="3400" dirty="0"/>
            </a:br>
            <a:r>
              <a:rPr lang="en-GB" sz="3400" dirty="0"/>
              <a:t>Credits and Avatars</a:t>
            </a:r>
          </a:p>
        </p:txBody>
      </p:sp>
      <p:sp>
        <p:nvSpPr>
          <p:cNvPr id="19"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18E50AB-90E5-DB7D-EF45-9102AAB7578D}"/>
              </a:ext>
            </a:extLst>
          </p:cNvPr>
          <p:cNvSpPr>
            <a:spLocks noGrp="1"/>
          </p:cNvSpPr>
          <p:nvPr>
            <p:ph idx="1"/>
          </p:nvPr>
        </p:nvSpPr>
        <p:spPr>
          <a:xfrm>
            <a:off x="4654295" y="502920"/>
            <a:ext cx="6894576" cy="1463040"/>
          </a:xfrm>
        </p:spPr>
        <p:txBody>
          <a:bodyPr anchor="ctr">
            <a:normAutofit/>
          </a:bodyPr>
          <a:lstStyle/>
          <a:p>
            <a:r>
              <a:rPr lang="en-GB" sz="1500" b="1"/>
              <a:t>Rewards Progress</a:t>
            </a:r>
            <a:br>
              <a:rPr lang="en-GB" sz="1500"/>
            </a:br>
            <a:r>
              <a:rPr lang="en-GB" sz="1500"/>
              <a:t>Students earn credits for completing courses, turning work into tangible reward</a:t>
            </a:r>
          </a:p>
          <a:p>
            <a:r>
              <a:rPr lang="en-GB" sz="1500" b="1"/>
              <a:t>Fun and Engagement</a:t>
            </a:r>
            <a:br>
              <a:rPr lang="en-GB" sz="1500"/>
            </a:br>
            <a:r>
              <a:rPr lang="en-GB" sz="1500"/>
              <a:t>Customizing avatars makes the platform more fun and personal, improving student satisfaction.</a:t>
            </a:r>
          </a:p>
          <a:p>
            <a:endParaRPr lang="en-GB" sz="1500"/>
          </a:p>
        </p:txBody>
      </p:sp>
      <p:pic>
        <p:nvPicPr>
          <p:cNvPr id="5" name="Picture 4">
            <a:extLst>
              <a:ext uri="{FF2B5EF4-FFF2-40B4-BE49-F238E27FC236}">
                <a16:creationId xmlns:a16="http://schemas.microsoft.com/office/drawing/2014/main" id="{D7D7E7CD-04FC-E28D-53C0-BC2FC0F447D9}"/>
              </a:ext>
            </a:extLst>
          </p:cNvPr>
          <p:cNvPicPr>
            <a:picLocks noChangeAspect="1"/>
          </p:cNvPicPr>
          <p:nvPr/>
        </p:nvPicPr>
        <p:blipFill>
          <a:blip r:embed="rId2"/>
          <a:stretch>
            <a:fillRect/>
          </a:stretch>
        </p:blipFill>
        <p:spPr>
          <a:xfrm>
            <a:off x="1786260" y="2290936"/>
            <a:ext cx="8607288" cy="3959352"/>
          </a:xfrm>
          <a:prstGeom prst="rect">
            <a:avLst/>
          </a:prstGeom>
        </p:spPr>
      </p:pic>
    </p:spTree>
    <p:extLst>
      <p:ext uri="{BB962C8B-B14F-4D97-AF65-F5344CB8AC3E}">
        <p14:creationId xmlns:p14="http://schemas.microsoft.com/office/powerpoint/2010/main" val="789901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C50EC-2850-3212-06B8-9AC0E9679484}"/>
              </a:ext>
            </a:extLst>
          </p:cNvPr>
          <p:cNvSpPr>
            <a:spLocks noGrp="1"/>
          </p:cNvSpPr>
          <p:nvPr>
            <p:ph type="title"/>
          </p:nvPr>
        </p:nvSpPr>
        <p:spPr/>
        <p:txBody>
          <a:bodyPr/>
          <a:lstStyle/>
          <a:p>
            <a:r>
              <a:rPr lang="en-GB" dirty="0"/>
              <a:t>Impact on Students</a:t>
            </a:r>
          </a:p>
        </p:txBody>
      </p:sp>
      <p:sp>
        <p:nvSpPr>
          <p:cNvPr id="3" name="Content Placeholder 2">
            <a:extLst>
              <a:ext uri="{FF2B5EF4-FFF2-40B4-BE49-F238E27FC236}">
                <a16:creationId xmlns:a16="http://schemas.microsoft.com/office/drawing/2014/main" id="{724029B9-E81D-3AAC-2D69-772CEBF0E775}"/>
              </a:ext>
            </a:extLst>
          </p:cNvPr>
          <p:cNvSpPr>
            <a:spLocks noGrp="1"/>
          </p:cNvSpPr>
          <p:nvPr>
            <p:ph idx="1"/>
          </p:nvPr>
        </p:nvSpPr>
        <p:spPr/>
        <p:txBody>
          <a:bodyPr/>
          <a:lstStyle/>
          <a:p>
            <a:pPr marL="0" indent="0">
              <a:buNone/>
            </a:pPr>
            <a:r>
              <a:rPr lang="en-GB" dirty="0"/>
              <a:t>These features:</a:t>
            </a:r>
          </a:p>
          <a:p>
            <a:pPr marL="0" indent="0">
              <a:buNone/>
            </a:pPr>
            <a:endParaRPr lang="en-GB" dirty="0"/>
          </a:p>
          <a:p>
            <a:r>
              <a:rPr lang="en-GB" dirty="0"/>
              <a:t>Make learning more engaging and motivating</a:t>
            </a:r>
          </a:p>
          <a:p>
            <a:r>
              <a:rPr lang="en-GB" dirty="0"/>
              <a:t>Encourages self-paced leaning</a:t>
            </a:r>
          </a:p>
          <a:p>
            <a:r>
              <a:rPr lang="en-GB" dirty="0"/>
              <a:t>Builds competition and social connection</a:t>
            </a:r>
          </a:p>
          <a:p>
            <a:r>
              <a:rPr lang="en-GB" dirty="0"/>
              <a:t>Creates a sense of personal achievement</a:t>
            </a:r>
          </a:p>
          <a:p>
            <a:endParaRPr lang="en-GB" dirty="0"/>
          </a:p>
          <a:p>
            <a:pPr marL="0" indent="0">
              <a:buNone/>
            </a:pPr>
            <a:r>
              <a:rPr lang="en-GB" dirty="0"/>
              <a:t>Overall, elevating the IBM </a:t>
            </a:r>
            <a:r>
              <a:rPr lang="en-GB" dirty="0" err="1"/>
              <a:t>Skillsbuild</a:t>
            </a:r>
            <a:r>
              <a:rPr lang="en-GB" dirty="0"/>
              <a:t> platform.</a:t>
            </a:r>
          </a:p>
        </p:txBody>
      </p:sp>
    </p:spTree>
    <p:extLst>
      <p:ext uri="{BB962C8B-B14F-4D97-AF65-F5344CB8AC3E}">
        <p14:creationId xmlns:p14="http://schemas.microsoft.com/office/powerpoint/2010/main" val="1389894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D069CB-16C2-4AF5-D668-15E422945B32}"/>
              </a:ext>
            </a:extLst>
          </p:cNvPr>
          <p:cNvSpPr>
            <a:spLocks noGrp="1"/>
          </p:cNvSpPr>
          <p:nvPr>
            <p:ph type="ctrTitle"/>
          </p:nvPr>
        </p:nvSpPr>
        <p:spPr>
          <a:xfrm>
            <a:off x="838200" y="365125"/>
            <a:ext cx="10515600" cy="1724932"/>
          </a:xfrm>
        </p:spPr>
        <p:txBody>
          <a:bodyPr vert="horz" lIns="91440" tIns="45720" rIns="91440" bIns="45720" rtlCol="0" anchor="ctr">
            <a:normAutofit/>
          </a:bodyPr>
          <a:lstStyle/>
          <a:p>
            <a:pPr algn="l"/>
            <a:r>
              <a:rPr lang="en-US" sz="5200" kern="1200" dirty="0">
                <a:solidFill>
                  <a:schemeClr val="tx1"/>
                </a:solidFill>
                <a:latin typeface="+mj-lt"/>
                <a:ea typeface="+mj-ea"/>
                <a:cs typeface="+mj-cs"/>
              </a:rPr>
              <a:t>Software Architecture of IBM SkillsBuild Gamification</a:t>
            </a:r>
          </a:p>
        </p:txBody>
      </p:sp>
      <p:pic>
        <p:nvPicPr>
          <p:cNvPr id="8" name="Picture 7">
            <a:extLst>
              <a:ext uri="{FF2B5EF4-FFF2-40B4-BE49-F238E27FC236}">
                <a16:creationId xmlns:a16="http://schemas.microsoft.com/office/drawing/2014/main" id="{CE16AC81-0270-F87D-221E-E628739DD965}"/>
              </a:ext>
            </a:extLst>
          </p:cNvPr>
          <p:cNvPicPr>
            <a:picLocks noChangeAspect="1"/>
          </p:cNvPicPr>
          <p:nvPr/>
        </p:nvPicPr>
        <p:blipFill>
          <a:blip r:embed="rId2"/>
          <a:stretch>
            <a:fillRect/>
          </a:stretch>
        </p:blipFill>
        <p:spPr>
          <a:xfrm>
            <a:off x="181234" y="2695465"/>
            <a:ext cx="5828261" cy="3278396"/>
          </a:xfrm>
          <a:prstGeom prst="rect">
            <a:avLst/>
          </a:prstGeom>
        </p:spPr>
      </p:pic>
      <p:pic>
        <p:nvPicPr>
          <p:cNvPr id="3" name="Picture 2">
            <a:extLst>
              <a:ext uri="{FF2B5EF4-FFF2-40B4-BE49-F238E27FC236}">
                <a16:creationId xmlns:a16="http://schemas.microsoft.com/office/drawing/2014/main" id="{CAE5EB8F-17D1-CFCB-BCC3-F1CD0B7A699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82505" y="3246827"/>
            <a:ext cx="5828261" cy="21756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98474F3-BD47-662D-4B82-DFD3511C2339}"/>
              </a:ext>
            </a:extLst>
          </p:cNvPr>
          <p:cNvSpPr txBox="1"/>
          <p:nvPr/>
        </p:nvSpPr>
        <p:spPr>
          <a:xfrm>
            <a:off x="936172" y="2085850"/>
            <a:ext cx="4484914" cy="369332"/>
          </a:xfrm>
          <a:prstGeom prst="rect">
            <a:avLst/>
          </a:prstGeom>
          <a:noFill/>
        </p:spPr>
        <p:txBody>
          <a:bodyPr wrap="square" rtlCol="0">
            <a:spAutoFit/>
          </a:bodyPr>
          <a:lstStyle/>
          <a:p>
            <a:r>
              <a:rPr lang="en-GB" i="1" dirty="0"/>
              <a:t>Alex George ag666@student.le.ac.uk</a:t>
            </a:r>
          </a:p>
        </p:txBody>
      </p:sp>
    </p:spTree>
    <p:extLst>
      <p:ext uri="{BB962C8B-B14F-4D97-AF65-F5344CB8AC3E}">
        <p14:creationId xmlns:p14="http://schemas.microsoft.com/office/powerpoint/2010/main" val="1108244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0" name="Rectangle 205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D5B8E7-7DB1-4E81-B3AA-E81FE5910AD3}"/>
              </a:ext>
            </a:extLst>
          </p:cNvPr>
          <p:cNvSpPr>
            <a:spLocks noGrp="1"/>
          </p:cNvSpPr>
          <p:nvPr>
            <p:ph type="title"/>
          </p:nvPr>
        </p:nvSpPr>
        <p:spPr>
          <a:xfrm>
            <a:off x="411480" y="991443"/>
            <a:ext cx="4443154" cy="1087819"/>
          </a:xfrm>
        </p:spPr>
        <p:txBody>
          <a:bodyPr anchor="b">
            <a:normAutofit/>
          </a:bodyPr>
          <a:lstStyle/>
          <a:p>
            <a:r>
              <a:rPr lang="en-GB" sz="2600" dirty="0"/>
              <a:t>What we considered when choosing the technology to use</a:t>
            </a:r>
          </a:p>
        </p:txBody>
      </p:sp>
      <p:sp>
        <p:nvSpPr>
          <p:cNvPr id="2061" name="Rectangle 206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59" name="Rectangle 2058">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9872C5C-9821-FBD9-7C0F-42AA99C1347E}"/>
              </a:ext>
            </a:extLst>
          </p:cNvPr>
          <p:cNvSpPr>
            <a:spLocks noGrp="1"/>
          </p:cNvSpPr>
          <p:nvPr>
            <p:ph idx="1"/>
          </p:nvPr>
        </p:nvSpPr>
        <p:spPr>
          <a:xfrm>
            <a:off x="411480" y="2684095"/>
            <a:ext cx="4443154" cy="3492868"/>
          </a:xfrm>
        </p:spPr>
        <p:txBody>
          <a:bodyPr>
            <a:normAutofit/>
          </a:bodyPr>
          <a:lstStyle/>
          <a:p>
            <a:r>
              <a:rPr lang="en-GB" sz="1800" dirty="0"/>
              <a:t>Familiarity</a:t>
            </a:r>
          </a:p>
          <a:p>
            <a:r>
              <a:rPr lang="en-GB" sz="1800" dirty="0"/>
              <a:t>Ease of Use</a:t>
            </a:r>
          </a:p>
          <a:p>
            <a:r>
              <a:rPr lang="en-GB" sz="1800" dirty="0"/>
              <a:t>Documentation available</a:t>
            </a:r>
          </a:p>
        </p:txBody>
      </p:sp>
      <p:pic>
        <p:nvPicPr>
          <p:cNvPr id="2050" name="Picture 2" descr="The Choices We Face - Chief Mom Officer">
            <a:extLst>
              <a:ext uri="{FF2B5EF4-FFF2-40B4-BE49-F238E27FC236}">
                <a16:creationId xmlns:a16="http://schemas.microsoft.com/office/drawing/2014/main" id="{5D3E5344-1153-5967-06EB-09C4AC47D6E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85816" y="833204"/>
            <a:ext cx="6440424" cy="513623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jango Community | Django">
            <a:extLst>
              <a:ext uri="{FF2B5EF4-FFF2-40B4-BE49-F238E27FC236}">
                <a16:creationId xmlns:a16="http://schemas.microsoft.com/office/drawing/2014/main" id="{80AB8312-A169-CCBF-677B-2DB5AAE639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6337" y="1801018"/>
            <a:ext cx="894317" cy="30984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00675352-F108-373C-BC28-7C5FC888AE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96414" y="1750458"/>
            <a:ext cx="1277721" cy="32880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A49F728F-67A6-7BB2-F516-B394F4BB71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89908" y="1894018"/>
            <a:ext cx="879475" cy="783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805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99F1FFA9-D672-408C-9220-ADEEC6ABD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BE3286-4BFA-3582-ED8E-32071E96FEDD}"/>
              </a:ext>
            </a:extLst>
          </p:cNvPr>
          <p:cNvSpPr>
            <a:spLocks noGrp="1"/>
          </p:cNvSpPr>
          <p:nvPr>
            <p:ph type="title"/>
          </p:nvPr>
        </p:nvSpPr>
        <p:spPr>
          <a:xfrm>
            <a:off x="838201" y="365125"/>
            <a:ext cx="3816095" cy="1938076"/>
          </a:xfrm>
        </p:spPr>
        <p:txBody>
          <a:bodyPr>
            <a:normAutofit/>
          </a:bodyPr>
          <a:lstStyle/>
          <a:p>
            <a:r>
              <a:rPr lang="en-GB" dirty="0"/>
              <a:t>Backend: Spring and MySQL</a:t>
            </a:r>
          </a:p>
        </p:txBody>
      </p:sp>
      <p:sp>
        <p:nvSpPr>
          <p:cNvPr id="3" name="Content Placeholder 2">
            <a:extLst>
              <a:ext uri="{FF2B5EF4-FFF2-40B4-BE49-F238E27FC236}">
                <a16:creationId xmlns:a16="http://schemas.microsoft.com/office/drawing/2014/main" id="{EC507465-9B3F-D449-72E3-942238B05E2F}"/>
              </a:ext>
            </a:extLst>
          </p:cNvPr>
          <p:cNvSpPr>
            <a:spLocks noGrp="1"/>
          </p:cNvSpPr>
          <p:nvPr>
            <p:ph idx="1"/>
          </p:nvPr>
        </p:nvSpPr>
        <p:spPr>
          <a:xfrm>
            <a:off x="838201" y="2482589"/>
            <a:ext cx="3816096" cy="3694373"/>
          </a:xfrm>
        </p:spPr>
        <p:txBody>
          <a:bodyPr>
            <a:normAutofit lnSpcReduction="10000"/>
          </a:bodyPr>
          <a:lstStyle/>
          <a:p>
            <a:r>
              <a:rPr lang="en-GB" sz="2000" dirty="0"/>
              <a:t>Spring Boot / Spring MVC – handling controller endpoints</a:t>
            </a:r>
          </a:p>
          <a:p>
            <a:r>
              <a:rPr lang="en-GB" sz="2000" dirty="0"/>
              <a:t>MySQL for the database</a:t>
            </a:r>
          </a:p>
          <a:p>
            <a:r>
              <a:rPr lang="en-GB" sz="2000" dirty="0"/>
              <a:t>Spring has good controller architecture</a:t>
            </a:r>
          </a:p>
          <a:p>
            <a:r>
              <a:rPr lang="en-GB" sz="2000" dirty="0"/>
              <a:t>Familiar with Spring from previous modules – faster development, can better make progress during the sprint</a:t>
            </a:r>
          </a:p>
          <a:p>
            <a:r>
              <a:rPr lang="en-GB" sz="2000" dirty="0"/>
              <a:t>OOP -&gt; Promotes code reusability e.g. in the student class</a:t>
            </a:r>
          </a:p>
        </p:txBody>
      </p:sp>
      <p:pic>
        <p:nvPicPr>
          <p:cNvPr id="3074" name="Picture 2" descr="Spring MVC: A Comprehensive Guide | by ...">
            <a:extLst>
              <a:ext uri="{FF2B5EF4-FFF2-40B4-BE49-F238E27FC236}">
                <a16:creationId xmlns:a16="http://schemas.microsoft.com/office/drawing/2014/main" id="{8A5065B7-0920-0965-1CD1-FD42FBF6FB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727" r="1" b="1"/>
          <a:stretch/>
        </p:blipFill>
        <p:spPr bwMode="auto">
          <a:xfrm>
            <a:off x="4904316" y="-4"/>
            <a:ext cx="7287684" cy="3694372"/>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a:noFill/>
          <a:extLst>
            <a:ext uri="{909E8E84-426E-40DD-AFC4-6F175D3DCCD1}">
              <a14:hiddenFill xmlns:a14="http://schemas.microsoft.com/office/drawing/2010/main">
                <a:solidFill>
                  <a:srgbClr val="FFFFFF"/>
                </a:solidFill>
              </a14:hiddenFill>
            </a:ext>
          </a:extLst>
        </p:spPr>
      </p:pic>
      <p:pic>
        <p:nvPicPr>
          <p:cNvPr id="3076" name="Picture 4" descr="MySQL brand resources: accessing high ...">
            <a:extLst>
              <a:ext uri="{FF2B5EF4-FFF2-40B4-BE49-F238E27FC236}">
                <a16:creationId xmlns:a16="http://schemas.microsoft.com/office/drawing/2014/main" id="{D4591B35-AD51-98E4-1084-AD93580D0B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4521" r="1" b="8241"/>
          <a:stretch/>
        </p:blipFill>
        <p:spPr bwMode="auto">
          <a:xfrm>
            <a:off x="4726728" y="3802961"/>
            <a:ext cx="7472381" cy="3055043"/>
          </a:xfrm>
          <a:custGeom>
            <a:avLst/>
            <a:gdLst/>
            <a:ahLst/>
            <a:cxnLst/>
            <a:rect l="l" t="t" r="r" b="b"/>
            <a:pathLst>
              <a:path w="7472381" h="3055043">
                <a:moveTo>
                  <a:pt x="638975" y="0"/>
                </a:moveTo>
                <a:lnTo>
                  <a:pt x="7472381" y="0"/>
                </a:lnTo>
                <a:lnTo>
                  <a:pt x="7472381" y="2579984"/>
                </a:lnTo>
                <a:lnTo>
                  <a:pt x="7472381" y="3055043"/>
                </a:lnTo>
                <a:lnTo>
                  <a:pt x="6992676"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1689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EFC3E-5EDC-1DB7-35E7-78E371182BF2}"/>
              </a:ext>
            </a:extLst>
          </p:cNvPr>
          <p:cNvSpPr>
            <a:spLocks noGrp="1"/>
          </p:cNvSpPr>
          <p:nvPr>
            <p:ph type="title"/>
          </p:nvPr>
        </p:nvSpPr>
        <p:spPr/>
        <p:txBody>
          <a:bodyPr/>
          <a:lstStyle/>
          <a:p>
            <a:r>
              <a:rPr lang="en-GB" dirty="0"/>
              <a:t>Front End: JSP, JS, CSS</a:t>
            </a:r>
          </a:p>
        </p:txBody>
      </p:sp>
      <p:sp>
        <p:nvSpPr>
          <p:cNvPr id="3" name="Content Placeholder 2">
            <a:extLst>
              <a:ext uri="{FF2B5EF4-FFF2-40B4-BE49-F238E27FC236}">
                <a16:creationId xmlns:a16="http://schemas.microsoft.com/office/drawing/2014/main" id="{5461171C-1A4A-67F9-435B-09216A3BA7D2}"/>
              </a:ext>
            </a:extLst>
          </p:cNvPr>
          <p:cNvSpPr>
            <a:spLocks noGrp="1"/>
          </p:cNvSpPr>
          <p:nvPr>
            <p:ph idx="1"/>
          </p:nvPr>
        </p:nvSpPr>
        <p:spPr>
          <a:xfrm>
            <a:off x="81280" y="1391920"/>
            <a:ext cx="12110720" cy="5466079"/>
          </a:xfrm>
        </p:spPr>
        <p:txBody>
          <a:bodyPr>
            <a:normAutofit fontScale="92500" lnSpcReduction="20000"/>
          </a:bodyPr>
          <a:lstStyle/>
          <a:p>
            <a:pPr marL="0" indent="0">
              <a:buNone/>
            </a:pPr>
            <a:r>
              <a:rPr lang="en-GB" b="1" dirty="0"/>
              <a:t>JSP:</a:t>
            </a:r>
          </a:p>
          <a:p>
            <a:pPr marL="0" indent="0">
              <a:buNone/>
            </a:pPr>
            <a:endParaRPr lang="en-GB" b="1" dirty="0"/>
          </a:p>
          <a:p>
            <a:r>
              <a:rPr lang="en-GB" dirty="0"/>
              <a:t>We chose to use JSP as we were familiar with it from previous modules</a:t>
            </a:r>
          </a:p>
          <a:p>
            <a:r>
              <a:rPr lang="en-GB" dirty="0"/>
              <a:t>It also integrates well with our Java Code, as you can “embed” java code inside the JSP files.</a:t>
            </a:r>
          </a:p>
          <a:p>
            <a:endParaRPr lang="en-GB" dirty="0"/>
          </a:p>
          <a:p>
            <a:pPr marL="0" indent="0">
              <a:buNone/>
            </a:pPr>
            <a:r>
              <a:rPr lang="en-GB" b="1" dirty="0"/>
              <a:t>CSS:</a:t>
            </a:r>
          </a:p>
          <a:p>
            <a:pPr marL="0" indent="0">
              <a:buNone/>
            </a:pPr>
            <a:endParaRPr lang="en-GB" b="1" dirty="0"/>
          </a:p>
          <a:p>
            <a:r>
              <a:rPr lang="en-GB" dirty="0"/>
              <a:t>Styling was done with CSS</a:t>
            </a:r>
          </a:p>
          <a:p>
            <a:pPr marL="0" indent="0">
              <a:buNone/>
            </a:pPr>
            <a:endParaRPr lang="en-GB" dirty="0"/>
          </a:p>
          <a:p>
            <a:pPr marL="0" indent="0">
              <a:buNone/>
            </a:pPr>
            <a:r>
              <a:rPr lang="en-GB" b="1" dirty="0"/>
              <a:t>JS:</a:t>
            </a:r>
          </a:p>
          <a:p>
            <a:pPr lvl="1"/>
            <a:endParaRPr lang="en-GB" b="1" dirty="0"/>
          </a:p>
          <a:p>
            <a:r>
              <a:rPr lang="en-GB" dirty="0"/>
              <a:t>Some features, such as dynamically changing leaderboard position indicators, or searching for courses, are handled in JS</a:t>
            </a:r>
          </a:p>
        </p:txBody>
      </p:sp>
    </p:spTree>
    <p:extLst>
      <p:ext uri="{BB962C8B-B14F-4D97-AF65-F5344CB8AC3E}">
        <p14:creationId xmlns:p14="http://schemas.microsoft.com/office/powerpoint/2010/main" val="3682729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355D0-1116-4876-0CCE-6755FA80A6D5}"/>
              </a:ext>
            </a:extLst>
          </p:cNvPr>
          <p:cNvSpPr>
            <a:spLocks noGrp="1"/>
          </p:cNvSpPr>
          <p:nvPr>
            <p:ph type="title"/>
          </p:nvPr>
        </p:nvSpPr>
        <p:spPr/>
        <p:txBody>
          <a:bodyPr/>
          <a:lstStyle/>
          <a:p>
            <a:r>
              <a:rPr lang="en-GB" dirty="0"/>
              <a:t>Improvements that could have been made in the Software Architecture</a:t>
            </a:r>
          </a:p>
        </p:txBody>
      </p:sp>
      <p:sp>
        <p:nvSpPr>
          <p:cNvPr id="3" name="Content Placeholder 2">
            <a:extLst>
              <a:ext uri="{FF2B5EF4-FFF2-40B4-BE49-F238E27FC236}">
                <a16:creationId xmlns:a16="http://schemas.microsoft.com/office/drawing/2014/main" id="{006EBC3F-2F5B-14BD-4AF1-883CAB8B8005}"/>
              </a:ext>
            </a:extLst>
          </p:cNvPr>
          <p:cNvSpPr>
            <a:spLocks noGrp="1"/>
          </p:cNvSpPr>
          <p:nvPr>
            <p:ph idx="1"/>
          </p:nvPr>
        </p:nvSpPr>
        <p:spPr/>
        <p:txBody>
          <a:bodyPr/>
          <a:lstStyle/>
          <a:p>
            <a:pPr marL="0" indent="0">
              <a:buNone/>
            </a:pPr>
            <a:r>
              <a:rPr lang="en-GB" dirty="0"/>
              <a:t>Next time we could:</a:t>
            </a:r>
          </a:p>
          <a:p>
            <a:pPr marL="0" indent="0">
              <a:buNone/>
            </a:pPr>
            <a:endParaRPr lang="en-GB" dirty="0"/>
          </a:p>
          <a:p>
            <a:r>
              <a:rPr lang="en-GB" dirty="0"/>
              <a:t>Use thyme leaf rather than JSPs for making the pages, as it may help with clean code</a:t>
            </a:r>
          </a:p>
          <a:p>
            <a:r>
              <a:rPr lang="en-GB" dirty="0"/>
              <a:t>Use a CSS Framework to ensure more consistency between web pages</a:t>
            </a:r>
          </a:p>
        </p:txBody>
      </p:sp>
    </p:spTree>
    <p:extLst>
      <p:ext uri="{BB962C8B-B14F-4D97-AF65-F5344CB8AC3E}">
        <p14:creationId xmlns:p14="http://schemas.microsoft.com/office/powerpoint/2010/main" val="768158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8" name="Picture 17" descr="One in a crowd">
            <a:extLst>
              <a:ext uri="{FF2B5EF4-FFF2-40B4-BE49-F238E27FC236}">
                <a16:creationId xmlns:a16="http://schemas.microsoft.com/office/drawing/2014/main" id="{A5894368-2FDA-0779-957C-2EF3A6680082}"/>
              </a:ext>
            </a:extLst>
          </p:cNvPr>
          <p:cNvPicPr>
            <a:picLocks noChangeAspect="1"/>
          </p:cNvPicPr>
          <p:nvPr/>
        </p:nvPicPr>
        <p:blipFill>
          <a:blip r:embed="rId3"/>
          <a:srcRect r="5200"/>
          <a:stretch/>
        </p:blipFill>
        <p:spPr>
          <a:xfrm>
            <a:off x="3523488" y="10"/>
            <a:ext cx="8668512" cy="6857990"/>
          </a:xfrm>
          <a:prstGeom prst="rect">
            <a:avLst/>
          </a:prstGeom>
        </p:spPr>
      </p:pic>
      <p:sp>
        <p:nvSpPr>
          <p:cNvPr id="19" name="Rectangle 18">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B8F8EC5F-1EEC-F8BE-D78D-120536B4731D}"/>
              </a:ext>
            </a:extLst>
          </p:cNvPr>
          <p:cNvSpPr>
            <a:spLocks noGrp="1"/>
          </p:cNvSpPr>
          <p:nvPr>
            <p:ph type="ctrTitle"/>
          </p:nvPr>
        </p:nvSpPr>
        <p:spPr>
          <a:xfrm>
            <a:off x="477981" y="1122363"/>
            <a:ext cx="4023360" cy="3204134"/>
          </a:xfrm>
        </p:spPr>
        <p:txBody>
          <a:bodyPr anchor="b">
            <a:normAutofit/>
          </a:bodyPr>
          <a:lstStyle/>
          <a:p>
            <a:pPr algn="l"/>
            <a:r>
              <a:rPr lang="en-GB" sz="4800" dirty="0">
                <a:solidFill>
                  <a:schemeClr val="bg1"/>
                </a:solidFill>
              </a:rPr>
              <a:t>Task</a:t>
            </a:r>
            <a:br>
              <a:rPr lang="en-GB" sz="4800" dirty="0">
                <a:solidFill>
                  <a:schemeClr val="bg1"/>
                </a:solidFill>
              </a:rPr>
            </a:br>
            <a:r>
              <a:rPr lang="en-GB" sz="4800" dirty="0">
                <a:solidFill>
                  <a:schemeClr val="bg1"/>
                </a:solidFill>
              </a:rPr>
              <a:t>Allocation</a:t>
            </a:r>
          </a:p>
        </p:txBody>
      </p:sp>
      <p:sp>
        <p:nvSpPr>
          <p:cNvPr id="5" name="Subtitle 4">
            <a:extLst>
              <a:ext uri="{FF2B5EF4-FFF2-40B4-BE49-F238E27FC236}">
                <a16:creationId xmlns:a16="http://schemas.microsoft.com/office/drawing/2014/main" id="{04030DF1-7361-3192-C587-489FE98EC760}"/>
              </a:ext>
            </a:extLst>
          </p:cNvPr>
          <p:cNvSpPr>
            <a:spLocks noGrp="1"/>
          </p:cNvSpPr>
          <p:nvPr>
            <p:ph type="subTitle" idx="1"/>
          </p:nvPr>
        </p:nvSpPr>
        <p:spPr>
          <a:xfrm>
            <a:off x="477982" y="4556064"/>
            <a:ext cx="4023359" cy="632503"/>
          </a:xfrm>
        </p:spPr>
        <p:txBody>
          <a:bodyPr>
            <a:normAutofit/>
          </a:bodyPr>
          <a:lstStyle/>
          <a:p>
            <a:pPr algn="l"/>
            <a:r>
              <a:rPr lang="en-GB" sz="2000" dirty="0">
                <a:solidFill>
                  <a:schemeClr val="bg1"/>
                </a:solidFill>
              </a:rPr>
              <a:t>IBM SkillsBuild Gamification</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5F20B5AC-E3AF-BD5A-855C-6058C4EF3473}"/>
              </a:ext>
            </a:extLst>
          </p:cNvPr>
          <p:cNvSpPr txBox="1"/>
          <p:nvPr/>
        </p:nvSpPr>
        <p:spPr>
          <a:xfrm>
            <a:off x="477980" y="5188567"/>
            <a:ext cx="2504559" cy="646331"/>
          </a:xfrm>
          <a:prstGeom prst="rect">
            <a:avLst/>
          </a:prstGeom>
          <a:noFill/>
        </p:spPr>
        <p:txBody>
          <a:bodyPr wrap="square" rtlCol="0">
            <a:spAutoFit/>
          </a:bodyPr>
          <a:lstStyle/>
          <a:p>
            <a:r>
              <a:rPr lang="en-GB" i="1" dirty="0">
                <a:solidFill>
                  <a:schemeClr val="bg1"/>
                </a:solidFill>
              </a:rPr>
              <a:t>Shoaib Irfan</a:t>
            </a:r>
          </a:p>
          <a:p>
            <a:r>
              <a:rPr lang="en-GB" i="1" dirty="0">
                <a:solidFill>
                  <a:schemeClr val="bg1"/>
                </a:solidFill>
              </a:rPr>
              <a:t>sim20@student.le.ac.uk</a:t>
            </a:r>
          </a:p>
        </p:txBody>
      </p:sp>
    </p:spTree>
    <p:extLst>
      <p:ext uri="{BB962C8B-B14F-4D97-AF65-F5344CB8AC3E}">
        <p14:creationId xmlns:p14="http://schemas.microsoft.com/office/powerpoint/2010/main" val="350385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A30B57-8B1D-9483-A804-F510B87AED4C}"/>
              </a:ext>
            </a:extLst>
          </p:cNvPr>
          <p:cNvSpPr>
            <a:spLocks noGrp="1"/>
          </p:cNvSpPr>
          <p:nvPr>
            <p:ph type="title"/>
          </p:nvPr>
        </p:nvSpPr>
        <p:spPr>
          <a:xfrm>
            <a:off x="686834" y="1153572"/>
            <a:ext cx="3200400" cy="4461163"/>
          </a:xfrm>
        </p:spPr>
        <p:txBody>
          <a:bodyPr>
            <a:normAutofit/>
          </a:bodyPr>
          <a:lstStyle/>
          <a:p>
            <a:r>
              <a:rPr lang="en-GB">
                <a:solidFill>
                  <a:srgbClr val="FFFFFF"/>
                </a:solidFill>
              </a:rPr>
              <a:t>How was it done?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5DF11CB-323B-72F3-0A9D-7EEFE581DF5E}"/>
              </a:ext>
            </a:extLst>
          </p:cNvPr>
          <p:cNvSpPr>
            <a:spLocks noGrp="1"/>
          </p:cNvSpPr>
          <p:nvPr>
            <p:ph idx="1"/>
          </p:nvPr>
        </p:nvSpPr>
        <p:spPr>
          <a:xfrm>
            <a:off x="4447308" y="591344"/>
            <a:ext cx="6906491" cy="5585619"/>
          </a:xfrm>
        </p:spPr>
        <p:txBody>
          <a:bodyPr anchor="ctr">
            <a:normAutofit/>
          </a:bodyPr>
          <a:lstStyle/>
          <a:p>
            <a:pPr marL="0" indent="0">
              <a:buNone/>
            </a:pPr>
            <a:r>
              <a:rPr lang="en-GB" dirty="0"/>
              <a:t>Approach taken:</a:t>
            </a:r>
          </a:p>
          <a:p>
            <a:pPr>
              <a:buFontTx/>
              <a:buChar char="-"/>
            </a:pPr>
            <a:r>
              <a:rPr lang="en-GB" dirty="0"/>
              <a:t>Roles were assigned on voluntary basis</a:t>
            </a:r>
          </a:p>
          <a:p>
            <a:pPr>
              <a:buFontTx/>
              <a:buChar char="-"/>
            </a:pPr>
            <a:r>
              <a:rPr lang="en-GB" dirty="0"/>
              <a:t>Strengths and familiarity with concepts were key in distribution of workload</a:t>
            </a:r>
          </a:p>
        </p:txBody>
      </p:sp>
    </p:spTree>
    <p:extLst>
      <p:ext uri="{BB962C8B-B14F-4D97-AF65-F5344CB8AC3E}">
        <p14:creationId xmlns:p14="http://schemas.microsoft.com/office/powerpoint/2010/main" val="609036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66DBDD-0556-FD3D-9584-D378AB04EB1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39B960-FED3-65C2-6E36-C0DB398D6F65}"/>
              </a:ext>
            </a:extLst>
          </p:cNvPr>
          <p:cNvSpPr>
            <a:spLocks noGrp="1"/>
          </p:cNvSpPr>
          <p:nvPr>
            <p:ph type="title"/>
          </p:nvPr>
        </p:nvSpPr>
        <p:spPr>
          <a:xfrm>
            <a:off x="640080" y="325369"/>
            <a:ext cx="4368602" cy="1956841"/>
          </a:xfrm>
        </p:spPr>
        <p:txBody>
          <a:bodyPr anchor="b">
            <a:normAutofit/>
          </a:bodyPr>
          <a:lstStyle/>
          <a:p>
            <a:r>
              <a:rPr lang="en-GB" sz="5400"/>
              <a:t>How was it done?</a:t>
            </a:r>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505016B-677E-6891-4BED-8119BB140187}"/>
              </a:ext>
            </a:extLst>
          </p:cNvPr>
          <p:cNvSpPr>
            <a:spLocks noGrp="1"/>
          </p:cNvSpPr>
          <p:nvPr>
            <p:ph idx="1"/>
          </p:nvPr>
        </p:nvSpPr>
        <p:spPr>
          <a:xfrm>
            <a:off x="640080" y="2872899"/>
            <a:ext cx="4243589" cy="3320668"/>
          </a:xfrm>
        </p:spPr>
        <p:txBody>
          <a:bodyPr>
            <a:normAutofit/>
          </a:bodyPr>
          <a:lstStyle/>
          <a:p>
            <a:pPr>
              <a:buFontTx/>
              <a:buChar char="-"/>
            </a:pPr>
            <a:r>
              <a:rPr lang="en-GB" sz="2200"/>
              <a:t>All User Stories were assigned to team members on GitLab with appropriate weights upon discussion at the beginning of each Sprint.</a:t>
            </a:r>
          </a:p>
          <a:p>
            <a:pPr>
              <a:buFontTx/>
              <a:buChar char="-"/>
            </a:pPr>
            <a:r>
              <a:rPr lang="en-GB" sz="2200"/>
              <a:t>Made sure work distribution was equal and satisfactory for all team members to avoid team conflicts.</a:t>
            </a:r>
          </a:p>
          <a:p>
            <a:pPr>
              <a:buFontTx/>
              <a:buChar char="-"/>
            </a:pPr>
            <a:endParaRPr lang="en-GB" sz="2200"/>
          </a:p>
        </p:txBody>
      </p:sp>
      <p:pic>
        <p:nvPicPr>
          <p:cNvPr id="7" name="Picture 6" descr="People sitting on blue chairs">
            <a:extLst>
              <a:ext uri="{FF2B5EF4-FFF2-40B4-BE49-F238E27FC236}">
                <a16:creationId xmlns:a16="http://schemas.microsoft.com/office/drawing/2014/main" id="{EED31EF6-F9CD-714A-810A-931C8C14E1F1}"/>
              </a:ext>
            </a:extLst>
          </p:cNvPr>
          <p:cNvPicPr>
            <a:picLocks noChangeAspect="1"/>
          </p:cNvPicPr>
          <p:nvPr/>
        </p:nvPicPr>
        <p:blipFill>
          <a:blip r:embed="rId2">
            <a:extLst>
              <a:ext uri="{28A0092B-C50C-407E-A947-70E740481C1C}">
                <a14:useLocalDpi xmlns:a14="http://schemas.microsoft.com/office/drawing/2010/main" val="0"/>
              </a:ext>
            </a:extLst>
          </a:blip>
          <a:srcRect l="22894" r="10153"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285078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3">
            <a:extLst>
              <a:ext uri="{FF2B5EF4-FFF2-40B4-BE49-F238E27FC236}">
                <a16:creationId xmlns:a16="http://schemas.microsoft.com/office/drawing/2014/main" id="{E0CB100E-F429-CD2F-F9D8-36A2A27A7861}"/>
              </a:ext>
            </a:extLst>
          </p:cNvPr>
          <p:cNvSpPr>
            <a:spLocks noGrp="1"/>
          </p:cNvSpPr>
          <p:nvPr>
            <p:ph type="title"/>
          </p:nvPr>
        </p:nvSpPr>
        <p:spPr>
          <a:xfrm>
            <a:off x="630936" y="640823"/>
            <a:ext cx="3419856" cy="5583148"/>
          </a:xfrm>
        </p:spPr>
        <p:txBody>
          <a:bodyPr anchor="ctr">
            <a:normAutofit/>
          </a:bodyPr>
          <a:lstStyle/>
          <a:p>
            <a:r>
              <a:rPr lang="en-GB" sz="5400"/>
              <a:t>Evidence of Allocation</a:t>
            </a:r>
          </a:p>
        </p:txBody>
      </p:sp>
      <p:sp>
        <p:nvSpPr>
          <p:cNvPr id="26"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Content Placeholder 16">
            <a:extLst>
              <a:ext uri="{FF2B5EF4-FFF2-40B4-BE49-F238E27FC236}">
                <a16:creationId xmlns:a16="http://schemas.microsoft.com/office/drawing/2014/main" id="{24E1F4A3-F6A6-D9FA-DCD7-2D268C992D6A}"/>
              </a:ext>
            </a:extLst>
          </p:cNvPr>
          <p:cNvPicPr>
            <a:picLocks noChangeAspect="1"/>
          </p:cNvPicPr>
          <p:nvPr/>
        </p:nvPicPr>
        <p:blipFill>
          <a:blip r:embed="rId2"/>
          <a:stretch>
            <a:fillRect/>
          </a:stretch>
        </p:blipFill>
        <p:spPr>
          <a:xfrm>
            <a:off x="4654296" y="812399"/>
            <a:ext cx="6894576" cy="3550706"/>
          </a:xfrm>
          <a:prstGeom prst="rect">
            <a:avLst/>
          </a:prstGeom>
        </p:spPr>
      </p:pic>
    </p:spTree>
    <p:extLst>
      <p:ext uri="{BB962C8B-B14F-4D97-AF65-F5344CB8AC3E}">
        <p14:creationId xmlns:p14="http://schemas.microsoft.com/office/powerpoint/2010/main" val="2699403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11F0CC-797C-3111-34E6-397733E1734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D4336D-0A21-C20C-235A-4758ED203B8A}"/>
              </a:ext>
            </a:extLst>
          </p:cNvPr>
          <p:cNvSpPr>
            <a:spLocks noGrp="1"/>
          </p:cNvSpPr>
          <p:nvPr>
            <p:ph type="title"/>
          </p:nvPr>
        </p:nvSpPr>
        <p:spPr>
          <a:xfrm>
            <a:off x="640080" y="325369"/>
            <a:ext cx="4368602" cy="1956841"/>
          </a:xfrm>
        </p:spPr>
        <p:txBody>
          <a:bodyPr anchor="b">
            <a:normAutofit/>
          </a:bodyPr>
          <a:lstStyle/>
          <a:p>
            <a:r>
              <a:rPr lang="en-GB" sz="5400"/>
              <a:t>Evidence of Success</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AE109B-887C-EA92-99A7-9226E35712F9}"/>
              </a:ext>
            </a:extLst>
          </p:cNvPr>
          <p:cNvSpPr>
            <a:spLocks noGrp="1"/>
          </p:cNvSpPr>
          <p:nvPr>
            <p:ph idx="1"/>
          </p:nvPr>
        </p:nvSpPr>
        <p:spPr>
          <a:xfrm>
            <a:off x="640080" y="2872899"/>
            <a:ext cx="4243589" cy="3320668"/>
          </a:xfrm>
        </p:spPr>
        <p:txBody>
          <a:bodyPr>
            <a:normAutofit/>
          </a:bodyPr>
          <a:lstStyle/>
          <a:p>
            <a:pPr>
              <a:buFontTx/>
              <a:buChar char="-"/>
            </a:pPr>
            <a:r>
              <a:rPr lang="en-GB" sz="2000"/>
              <a:t>All team member expressed their satisfaction with allocation during all sprint retrospectives, reviews and peer reviews.</a:t>
            </a:r>
          </a:p>
          <a:p>
            <a:pPr>
              <a:buFontTx/>
              <a:buChar char="-"/>
            </a:pPr>
            <a:r>
              <a:rPr lang="en-GB" sz="2000"/>
              <a:t>All User stories were completed on schedule including all non-technical DoD items like Documentation and Review</a:t>
            </a:r>
          </a:p>
          <a:p>
            <a:pPr>
              <a:buFontTx/>
              <a:buChar char="-"/>
            </a:pPr>
            <a:r>
              <a:rPr lang="en-GB" sz="2000"/>
              <a:t>Team scored high grades in both checkpoints and the overall check.</a:t>
            </a:r>
          </a:p>
          <a:p>
            <a:pPr>
              <a:buFontTx/>
              <a:buChar char="-"/>
            </a:pPr>
            <a:endParaRPr lang="en-GB" sz="2000"/>
          </a:p>
        </p:txBody>
      </p:sp>
      <p:pic>
        <p:nvPicPr>
          <p:cNvPr id="5" name="Picture 4" descr="People in boat illustration">
            <a:extLst>
              <a:ext uri="{FF2B5EF4-FFF2-40B4-BE49-F238E27FC236}">
                <a16:creationId xmlns:a16="http://schemas.microsoft.com/office/drawing/2014/main" id="{46EBE2FB-36AD-05EB-A537-08530BC2093F}"/>
              </a:ext>
            </a:extLst>
          </p:cNvPr>
          <p:cNvPicPr>
            <a:picLocks noChangeAspect="1"/>
          </p:cNvPicPr>
          <p:nvPr/>
        </p:nvPicPr>
        <p:blipFill>
          <a:blip r:embed="rId2">
            <a:extLst>
              <a:ext uri="{28A0092B-C50C-407E-A947-70E740481C1C}">
                <a14:useLocalDpi xmlns:a14="http://schemas.microsoft.com/office/drawing/2010/main" val="0"/>
              </a:ext>
            </a:extLst>
          </a:blip>
          <a:srcRect l="7369" r="24424"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493560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3E79E-9695-C3E1-B962-07CC05AD8208}"/>
              </a:ext>
            </a:extLst>
          </p:cNvPr>
          <p:cNvSpPr>
            <a:spLocks noGrp="1"/>
          </p:cNvSpPr>
          <p:nvPr>
            <p:ph type="ctrTitle"/>
          </p:nvPr>
        </p:nvSpPr>
        <p:spPr>
          <a:xfrm>
            <a:off x="1116106" y="1482777"/>
            <a:ext cx="9959788" cy="2387600"/>
          </a:xfrm>
        </p:spPr>
        <p:txBody>
          <a:bodyPr>
            <a:normAutofit fontScale="90000"/>
          </a:bodyPr>
          <a:lstStyle/>
          <a:p>
            <a:br>
              <a:rPr lang="en-GB" dirty="0"/>
            </a:br>
            <a:br>
              <a:rPr lang="en-GB" dirty="0"/>
            </a:br>
            <a:br>
              <a:rPr lang="en-GB" dirty="0"/>
            </a:br>
            <a:r>
              <a:rPr lang="en-GB" dirty="0"/>
              <a:t>Group Involvement in</a:t>
            </a:r>
            <a:br>
              <a:rPr lang="en-GB" dirty="0"/>
            </a:br>
            <a:r>
              <a:rPr lang="en-GB" dirty="0"/>
              <a:t>Scrum Events</a:t>
            </a:r>
          </a:p>
        </p:txBody>
      </p:sp>
      <p:sp>
        <p:nvSpPr>
          <p:cNvPr id="3" name="Subtitle 2">
            <a:extLst>
              <a:ext uri="{FF2B5EF4-FFF2-40B4-BE49-F238E27FC236}">
                <a16:creationId xmlns:a16="http://schemas.microsoft.com/office/drawing/2014/main" id="{B5610768-469D-E8BB-28F7-CA52B3AEC811}"/>
              </a:ext>
            </a:extLst>
          </p:cNvPr>
          <p:cNvSpPr>
            <a:spLocks noGrp="1"/>
          </p:cNvSpPr>
          <p:nvPr>
            <p:ph type="subTitle" idx="1"/>
          </p:nvPr>
        </p:nvSpPr>
        <p:spPr>
          <a:xfrm>
            <a:off x="1524000" y="4281862"/>
            <a:ext cx="9144000" cy="1655762"/>
          </a:xfrm>
        </p:spPr>
        <p:txBody>
          <a:bodyPr/>
          <a:lstStyle/>
          <a:p>
            <a:r>
              <a:rPr lang="en-GB" i="1" dirty="0"/>
              <a:t>Haydn Carter</a:t>
            </a:r>
          </a:p>
          <a:p>
            <a:r>
              <a:rPr lang="en-GB" i="1" dirty="0"/>
              <a:t>hjc26@student.le.ac.uk</a:t>
            </a:r>
          </a:p>
        </p:txBody>
      </p:sp>
      <p:pic>
        <p:nvPicPr>
          <p:cNvPr id="5" name="Picture 4">
            <a:extLst>
              <a:ext uri="{FF2B5EF4-FFF2-40B4-BE49-F238E27FC236}">
                <a16:creationId xmlns:a16="http://schemas.microsoft.com/office/drawing/2014/main" id="{3FF451FA-5436-ADFE-5C3E-95FB40CCD1F6}"/>
              </a:ext>
            </a:extLst>
          </p:cNvPr>
          <p:cNvPicPr>
            <a:picLocks noChangeAspect="1"/>
          </p:cNvPicPr>
          <p:nvPr/>
        </p:nvPicPr>
        <p:blipFill>
          <a:blip r:embed="rId3"/>
          <a:stretch>
            <a:fillRect/>
          </a:stretch>
        </p:blipFill>
        <p:spPr>
          <a:xfrm>
            <a:off x="1790442" y="541827"/>
            <a:ext cx="8611116" cy="1881900"/>
          </a:xfrm>
          <a:prstGeom prst="rect">
            <a:avLst/>
          </a:prstGeom>
        </p:spPr>
      </p:pic>
    </p:spTree>
    <p:extLst>
      <p:ext uri="{BB962C8B-B14F-4D97-AF65-F5344CB8AC3E}">
        <p14:creationId xmlns:p14="http://schemas.microsoft.com/office/powerpoint/2010/main" val="2153473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E6185-8DA5-C7E4-ABC6-ADF8901D525A}"/>
              </a:ext>
            </a:extLst>
          </p:cNvPr>
          <p:cNvSpPr>
            <a:spLocks noGrp="1"/>
          </p:cNvSpPr>
          <p:nvPr>
            <p:ph type="title"/>
          </p:nvPr>
        </p:nvSpPr>
        <p:spPr/>
        <p:txBody>
          <a:bodyPr/>
          <a:lstStyle/>
          <a:p>
            <a:r>
              <a:rPr lang="en-US" dirty="0"/>
              <a:t>Scrum Events</a:t>
            </a:r>
          </a:p>
        </p:txBody>
      </p:sp>
      <p:sp>
        <p:nvSpPr>
          <p:cNvPr id="3" name="Content Placeholder 2">
            <a:extLst>
              <a:ext uri="{FF2B5EF4-FFF2-40B4-BE49-F238E27FC236}">
                <a16:creationId xmlns:a16="http://schemas.microsoft.com/office/drawing/2014/main" id="{52D7F116-25B9-A481-4A47-A2F9E2D528B8}"/>
              </a:ext>
            </a:extLst>
          </p:cNvPr>
          <p:cNvSpPr>
            <a:spLocks noGrp="1"/>
          </p:cNvSpPr>
          <p:nvPr>
            <p:ph idx="1"/>
          </p:nvPr>
        </p:nvSpPr>
        <p:spPr/>
        <p:txBody>
          <a:bodyPr/>
          <a:lstStyle/>
          <a:p>
            <a:r>
              <a:rPr lang="en-US" dirty="0"/>
              <a:t>Sprint</a:t>
            </a:r>
          </a:p>
          <a:p>
            <a:r>
              <a:rPr lang="en-US" dirty="0"/>
              <a:t>Sprint Planning</a:t>
            </a:r>
          </a:p>
          <a:p>
            <a:r>
              <a:rPr lang="en-US" b="1" dirty="0">
                <a:solidFill>
                  <a:srgbClr val="C00000"/>
                </a:solidFill>
              </a:rPr>
              <a:t>Standup meeting</a:t>
            </a:r>
          </a:p>
          <a:p>
            <a:r>
              <a:rPr lang="en-US" dirty="0"/>
              <a:t>Sprint Review</a:t>
            </a:r>
          </a:p>
          <a:p>
            <a:r>
              <a:rPr lang="en-US" dirty="0"/>
              <a:t>Sprint Retrospective</a:t>
            </a:r>
          </a:p>
        </p:txBody>
      </p:sp>
    </p:spTree>
    <p:extLst>
      <p:ext uri="{BB962C8B-B14F-4D97-AF65-F5344CB8AC3E}">
        <p14:creationId xmlns:p14="http://schemas.microsoft.com/office/powerpoint/2010/main" val="2782152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A93EF-9FA3-B73C-0069-38E4CA025536}"/>
              </a:ext>
            </a:extLst>
          </p:cNvPr>
          <p:cNvSpPr>
            <a:spLocks noGrp="1"/>
          </p:cNvSpPr>
          <p:nvPr>
            <p:ph type="title"/>
          </p:nvPr>
        </p:nvSpPr>
        <p:spPr/>
        <p:txBody>
          <a:bodyPr/>
          <a:lstStyle/>
          <a:p>
            <a:r>
              <a:rPr lang="en-US" dirty="0"/>
              <a:t>Standup Meetings</a:t>
            </a:r>
            <a:r>
              <a:rPr lang="en-GB" dirty="0"/>
              <a:t> – Format</a:t>
            </a:r>
            <a:endParaRPr lang="en-US" dirty="0"/>
          </a:p>
        </p:txBody>
      </p:sp>
      <p:pic>
        <p:nvPicPr>
          <p:cNvPr id="5" name="Content Placeholder 4" descr="Stopwatch on white background">
            <a:extLst>
              <a:ext uri="{FF2B5EF4-FFF2-40B4-BE49-F238E27FC236}">
                <a16:creationId xmlns:a16="http://schemas.microsoft.com/office/drawing/2014/main" id="{B4482B12-3047-F638-E16C-088E164FFDE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25110" y="1579776"/>
            <a:ext cx="1628915" cy="1978830"/>
          </a:xfrm>
        </p:spPr>
      </p:pic>
      <p:sp>
        <p:nvSpPr>
          <p:cNvPr id="6" name="Content Placeholder 2">
            <a:extLst>
              <a:ext uri="{FF2B5EF4-FFF2-40B4-BE49-F238E27FC236}">
                <a16:creationId xmlns:a16="http://schemas.microsoft.com/office/drawing/2014/main" id="{AAA9455C-BAAD-B451-D33C-5B90F377716D}"/>
              </a:ext>
            </a:extLst>
          </p:cNvPr>
          <p:cNvSpPr txBox="1">
            <a:spLocks/>
          </p:cNvSpPr>
          <p:nvPr/>
        </p:nvSpPr>
        <p:spPr>
          <a:xfrm>
            <a:off x="2954025" y="2262498"/>
            <a:ext cx="7544235" cy="8387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Twice a week, with a hard limit of 15 minutes for the entire meeting.</a:t>
            </a:r>
          </a:p>
        </p:txBody>
      </p:sp>
      <p:graphicFrame>
        <p:nvGraphicFramePr>
          <p:cNvPr id="9" name="Content Placeholder 2">
            <a:extLst>
              <a:ext uri="{FF2B5EF4-FFF2-40B4-BE49-F238E27FC236}">
                <a16:creationId xmlns:a16="http://schemas.microsoft.com/office/drawing/2014/main" id="{6324D492-E67D-432B-1424-ECCE8951FFA6}"/>
              </a:ext>
            </a:extLst>
          </p:cNvPr>
          <p:cNvGraphicFramePr/>
          <p:nvPr/>
        </p:nvGraphicFramePr>
        <p:xfrm>
          <a:off x="838200" y="3673073"/>
          <a:ext cx="7544235" cy="26731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06488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F4A93EF-9FA3-B73C-0069-38E4CA025536}"/>
              </a:ext>
            </a:extLst>
          </p:cNvPr>
          <p:cNvSpPr>
            <a:spLocks noGrp="1"/>
          </p:cNvSpPr>
          <p:nvPr>
            <p:ph type="title"/>
          </p:nvPr>
        </p:nvSpPr>
        <p:spPr>
          <a:xfrm>
            <a:off x="1115568" y="509521"/>
            <a:ext cx="10232136" cy="1014984"/>
          </a:xfrm>
        </p:spPr>
        <p:txBody>
          <a:bodyPr>
            <a:normAutofit/>
          </a:bodyPr>
          <a:lstStyle/>
          <a:p>
            <a:r>
              <a:rPr lang="en-US" sz="4000" dirty="0"/>
              <a:t>Standup Meetings </a:t>
            </a:r>
            <a:r>
              <a:rPr lang="en-GB" sz="4000" dirty="0"/>
              <a:t>– Results</a:t>
            </a:r>
            <a:endParaRPr lang="en-US" sz="4000" dirty="0"/>
          </a:p>
        </p:txBody>
      </p:sp>
      <p:sp>
        <p:nvSpPr>
          <p:cNvPr id="21" name="Rectangle 20">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Content Placeholder 3">
            <a:extLst>
              <a:ext uri="{FF2B5EF4-FFF2-40B4-BE49-F238E27FC236}">
                <a16:creationId xmlns:a16="http://schemas.microsoft.com/office/drawing/2014/main" id="{F2DD7D1B-3DCA-2428-8C34-B092B1AB458A}"/>
              </a:ext>
            </a:extLst>
          </p:cNvPr>
          <p:cNvGraphicFramePr>
            <a:graphicFrameLocks noGrp="1"/>
          </p:cNvGraphicFramePr>
          <p:nvPr>
            <p:ph idx="1"/>
          </p:nvPr>
        </p:nvGraphicFramePr>
        <p:xfrm>
          <a:off x="1115568" y="1673352"/>
          <a:ext cx="10232136" cy="4334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43360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E9C7-3826-431D-3F2B-C34B9D1BB529}"/>
              </a:ext>
            </a:extLst>
          </p:cNvPr>
          <p:cNvSpPr>
            <a:spLocks noGrp="1"/>
          </p:cNvSpPr>
          <p:nvPr>
            <p:ph type="ctrTitle"/>
          </p:nvPr>
        </p:nvSpPr>
        <p:spPr>
          <a:xfrm>
            <a:off x="1524000" y="2031432"/>
            <a:ext cx="9144000" cy="1561419"/>
          </a:xfrm>
        </p:spPr>
        <p:txBody>
          <a:bodyPr>
            <a:normAutofit fontScale="90000"/>
          </a:bodyPr>
          <a:lstStyle/>
          <a:p>
            <a:br>
              <a:rPr lang="en-US" sz="6000" dirty="0">
                <a:latin typeface="Arial" pitchFamily="34"/>
              </a:rPr>
            </a:br>
            <a:r>
              <a:rPr lang="en-US" sz="6000" dirty="0">
                <a:latin typeface="Arial" pitchFamily="34"/>
              </a:rPr>
              <a:t>Realistic plans to take this project onwards</a:t>
            </a:r>
            <a:endParaRPr lang="en-GB" dirty="0"/>
          </a:p>
        </p:txBody>
      </p:sp>
      <p:sp>
        <p:nvSpPr>
          <p:cNvPr id="3" name="Subtitle 2">
            <a:extLst>
              <a:ext uri="{FF2B5EF4-FFF2-40B4-BE49-F238E27FC236}">
                <a16:creationId xmlns:a16="http://schemas.microsoft.com/office/drawing/2014/main" id="{42EE6D84-3A78-C019-6928-44D191CACC86}"/>
              </a:ext>
            </a:extLst>
          </p:cNvPr>
          <p:cNvSpPr>
            <a:spLocks noGrp="1"/>
          </p:cNvSpPr>
          <p:nvPr>
            <p:ph type="subTitle" idx="1"/>
          </p:nvPr>
        </p:nvSpPr>
        <p:spPr>
          <a:xfrm>
            <a:off x="1524000" y="3786527"/>
            <a:ext cx="9144000" cy="1655762"/>
          </a:xfrm>
        </p:spPr>
        <p:txBody>
          <a:bodyPr/>
          <a:lstStyle/>
          <a:p>
            <a:r>
              <a:rPr lang="en-GB" sz="2400" b="0" i="1" u="none" strike="noStrike" kern="1200" cap="none" spc="0" baseline="0" dirty="0">
                <a:solidFill>
                  <a:srgbClr val="000000"/>
                </a:solidFill>
                <a:uFillTx/>
                <a:latin typeface="Trebuchet MS"/>
              </a:rPr>
              <a:t>Maximillian Charles Edwards</a:t>
            </a:r>
          </a:p>
          <a:p>
            <a:r>
              <a:rPr lang="en-GB" i="1" dirty="0">
                <a:solidFill>
                  <a:srgbClr val="000000"/>
                </a:solidFill>
                <a:latin typeface="Trebuchet MS"/>
              </a:rPr>
              <a:t>me245@student.le.ac.uk</a:t>
            </a:r>
            <a:endParaRPr lang="en-GB" i="1" dirty="0"/>
          </a:p>
        </p:txBody>
      </p:sp>
      <p:pic>
        <p:nvPicPr>
          <p:cNvPr id="4" name="Picture 3">
            <a:extLst>
              <a:ext uri="{FF2B5EF4-FFF2-40B4-BE49-F238E27FC236}">
                <a16:creationId xmlns:a16="http://schemas.microsoft.com/office/drawing/2014/main" id="{BD82B0C4-3045-1755-C3F1-585F6EE78E1A}"/>
              </a:ext>
            </a:extLst>
          </p:cNvPr>
          <p:cNvPicPr>
            <a:picLocks noChangeAspect="1"/>
          </p:cNvPicPr>
          <p:nvPr/>
        </p:nvPicPr>
        <p:blipFill>
          <a:blip r:embed="rId2"/>
          <a:stretch>
            <a:fillRect/>
          </a:stretch>
        </p:blipFill>
        <p:spPr>
          <a:xfrm>
            <a:off x="1790442" y="52468"/>
            <a:ext cx="8611116" cy="1881900"/>
          </a:xfrm>
          <a:prstGeom prst="rect">
            <a:avLst/>
          </a:prstGeom>
        </p:spPr>
      </p:pic>
    </p:spTree>
    <p:extLst>
      <p:ext uri="{BB962C8B-B14F-4D97-AF65-F5344CB8AC3E}">
        <p14:creationId xmlns:p14="http://schemas.microsoft.com/office/powerpoint/2010/main" val="1792276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8ADEF-7467-9DBB-727A-87D150E7421D}"/>
              </a:ext>
            </a:extLst>
          </p:cNvPr>
          <p:cNvSpPr>
            <a:spLocks noGrp="1"/>
          </p:cNvSpPr>
          <p:nvPr>
            <p:ph type="title"/>
          </p:nvPr>
        </p:nvSpPr>
        <p:spPr/>
        <p:txBody>
          <a:bodyPr>
            <a:normAutofit fontScale="90000"/>
          </a:bodyPr>
          <a:lstStyle/>
          <a:p>
            <a:br>
              <a:rPr lang="en-GB" sz="4400" b="0" i="0" u="none" strike="noStrike" kern="1200" cap="none" spc="0" baseline="0" dirty="0">
                <a:solidFill>
                  <a:srgbClr val="000000"/>
                </a:solidFill>
                <a:uFillTx/>
                <a:latin typeface="Trebuchet MS"/>
              </a:rPr>
            </a:br>
            <a:r>
              <a:rPr lang="en-GB" sz="4400" b="0" i="0" u="none" strike="noStrike" kern="1200" cap="none" spc="0" baseline="0" dirty="0">
                <a:solidFill>
                  <a:srgbClr val="000000"/>
                </a:solidFill>
                <a:uFillTx/>
                <a:latin typeface="Trebuchet MS"/>
              </a:rPr>
              <a:t>What are potential areas that we could expand upon?</a:t>
            </a:r>
            <a:br>
              <a:rPr lang="en-GB" sz="4400" b="0" i="0" u="none" strike="noStrike" kern="1200" cap="none" spc="0" baseline="0" dirty="0">
                <a:solidFill>
                  <a:srgbClr val="000000"/>
                </a:solidFill>
                <a:uFillTx/>
                <a:latin typeface="Trebuchet MS"/>
              </a:rPr>
            </a:br>
            <a:endParaRPr lang="en-GB" dirty="0"/>
          </a:p>
        </p:txBody>
      </p:sp>
      <p:sp>
        <p:nvSpPr>
          <p:cNvPr id="3" name="Content Placeholder 2">
            <a:extLst>
              <a:ext uri="{FF2B5EF4-FFF2-40B4-BE49-F238E27FC236}">
                <a16:creationId xmlns:a16="http://schemas.microsoft.com/office/drawing/2014/main" id="{3062F6E7-3D88-1B64-F1E0-161390C22AD9}"/>
              </a:ext>
            </a:extLst>
          </p:cNvPr>
          <p:cNvSpPr>
            <a:spLocks noGrp="1"/>
          </p:cNvSpPr>
          <p:nvPr>
            <p:ph idx="1"/>
          </p:nvPr>
        </p:nvSpPr>
        <p:spPr/>
        <p:txBody>
          <a:bodyPr>
            <a:normAutofit/>
          </a:bodyPr>
          <a:lstStyle/>
          <a:p>
            <a:pPr marL="0" marR="0" lvl="0" indent="0" algn="l" defTabSz="457200" rtl="0" fontAlgn="auto" hangingPunct="1">
              <a:lnSpc>
                <a:spcPct val="100000"/>
              </a:lnSpc>
              <a:spcBef>
                <a:spcPts val="0"/>
              </a:spcBef>
              <a:spcAft>
                <a:spcPts val="0"/>
              </a:spcAft>
              <a:buSzPct val="100000"/>
              <a:buNone/>
              <a:tabLst/>
              <a:defRPr sz="1800" b="0" i="0" u="none" strike="noStrike" kern="0" cap="none" spc="0" baseline="0">
                <a:solidFill>
                  <a:srgbClr val="000000"/>
                </a:solidFill>
                <a:uFillTx/>
              </a:defRPr>
            </a:pPr>
            <a:endParaRPr lang="en-GB" sz="2800" b="0" i="0" u="none" strike="noStrike" kern="1200" cap="none" spc="0" baseline="0" dirty="0">
              <a:solidFill>
                <a:srgbClr val="000000"/>
              </a:solidFill>
              <a:uFillTx/>
              <a:latin typeface="Trebuchet MS"/>
            </a:endParaRPr>
          </a:p>
          <a:p>
            <a:pPr marL="285750" marR="0" lvl="0" indent="-285750" algn="l" defTabSz="457200" rtl="0" fontAlgn="auto" hangingPunct="1">
              <a:lnSpc>
                <a:spcPct val="100000"/>
              </a:lnSpc>
              <a:spcBef>
                <a:spcPts val="0"/>
              </a:spcBef>
              <a:spcAft>
                <a:spcPts val="0"/>
              </a:spcAft>
              <a:buSzPct val="100000"/>
              <a:buFont typeface="Wingdings" pitchFamily="2"/>
              <a:buChar char="§"/>
              <a:tabLst/>
              <a:defRPr sz="1800" b="0" i="0" u="none" strike="noStrike" kern="0" cap="none" spc="0" baseline="0">
                <a:solidFill>
                  <a:srgbClr val="000000"/>
                </a:solidFill>
                <a:uFillTx/>
              </a:defRPr>
            </a:pPr>
            <a:r>
              <a:rPr lang="en-GB" sz="2800" b="0" i="0" u="none" strike="noStrike" kern="1200" cap="none" spc="0" baseline="0" dirty="0">
                <a:solidFill>
                  <a:srgbClr val="000000"/>
                </a:solidFill>
                <a:uFillTx/>
                <a:latin typeface="Trebuchet MS"/>
              </a:rPr>
              <a:t>Review system</a:t>
            </a:r>
          </a:p>
          <a:p>
            <a:pPr marL="285750" marR="0" lvl="0" indent="-285750" algn="l" defTabSz="457200" rtl="0" fontAlgn="auto" hangingPunct="1">
              <a:lnSpc>
                <a:spcPct val="100000"/>
              </a:lnSpc>
              <a:spcBef>
                <a:spcPts val="0"/>
              </a:spcBef>
              <a:spcAft>
                <a:spcPts val="0"/>
              </a:spcAft>
              <a:buSzPct val="100000"/>
              <a:buFont typeface="Wingdings" pitchFamily="2"/>
              <a:buChar char="§"/>
              <a:tabLst/>
              <a:defRPr sz="1800" b="0" i="0" u="none" strike="noStrike" kern="0" cap="none" spc="0" baseline="0">
                <a:solidFill>
                  <a:srgbClr val="000000"/>
                </a:solidFill>
                <a:uFillTx/>
              </a:defRPr>
            </a:pPr>
            <a:endParaRPr lang="en-GB" sz="2800" b="0" i="0" u="none" strike="noStrike" kern="1200" cap="none" spc="0" baseline="0" dirty="0">
              <a:solidFill>
                <a:srgbClr val="000000"/>
              </a:solidFill>
              <a:uFillTx/>
              <a:latin typeface="Trebuchet MS"/>
            </a:endParaRPr>
          </a:p>
          <a:p>
            <a:pPr marL="285750" marR="0" lvl="0" indent="-285750" algn="l" defTabSz="457200" rtl="0" fontAlgn="auto" hangingPunct="1">
              <a:lnSpc>
                <a:spcPct val="100000"/>
              </a:lnSpc>
              <a:spcBef>
                <a:spcPts val="0"/>
              </a:spcBef>
              <a:spcAft>
                <a:spcPts val="0"/>
              </a:spcAft>
              <a:buSzPct val="100000"/>
              <a:buFont typeface="Wingdings" pitchFamily="2"/>
              <a:buChar char="§"/>
              <a:tabLst/>
              <a:defRPr sz="1800" b="0" i="0" u="none" strike="noStrike" kern="0" cap="none" spc="0" baseline="0">
                <a:solidFill>
                  <a:srgbClr val="000000"/>
                </a:solidFill>
                <a:uFillTx/>
              </a:defRPr>
            </a:pPr>
            <a:r>
              <a:rPr lang="en-GB" sz="2800" b="0" i="0" u="none" strike="noStrike" kern="1200" cap="none" spc="0" baseline="0" dirty="0">
                <a:solidFill>
                  <a:srgbClr val="000000"/>
                </a:solidFill>
                <a:uFillTx/>
                <a:latin typeface="Trebuchet MS"/>
              </a:rPr>
              <a:t>Avatar system</a:t>
            </a:r>
          </a:p>
          <a:p>
            <a:pPr marL="285750" marR="0" lvl="0" indent="-285750" algn="l" defTabSz="457200" rtl="0" fontAlgn="auto" hangingPunct="1">
              <a:lnSpc>
                <a:spcPct val="100000"/>
              </a:lnSpc>
              <a:spcBef>
                <a:spcPts val="0"/>
              </a:spcBef>
              <a:spcAft>
                <a:spcPts val="0"/>
              </a:spcAft>
              <a:buSzPct val="100000"/>
              <a:buFont typeface="Wingdings" pitchFamily="2"/>
              <a:buChar char="§"/>
              <a:tabLst/>
              <a:defRPr sz="1800" b="0" i="0" u="none" strike="noStrike" kern="0" cap="none" spc="0" baseline="0">
                <a:solidFill>
                  <a:srgbClr val="000000"/>
                </a:solidFill>
                <a:uFillTx/>
              </a:defRPr>
            </a:pPr>
            <a:endParaRPr lang="en-GB" sz="2800" b="0" i="0" u="none" strike="noStrike" kern="1200" cap="none" spc="0" baseline="0" dirty="0">
              <a:solidFill>
                <a:srgbClr val="000000"/>
              </a:solidFill>
              <a:uFillTx/>
              <a:latin typeface="Trebuchet MS"/>
            </a:endParaRPr>
          </a:p>
          <a:p>
            <a:pPr marL="285750" marR="0" lvl="0" indent="-285750" algn="l" defTabSz="457200" rtl="0" fontAlgn="auto" hangingPunct="1">
              <a:lnSpc>
                <a:spcPct val="100000"/>
              </a:lnSpc>
              <a:spcBef>
                <a:spcPts val="0"/>
              </a:spcBef>
              <a:spcAft>
                <a:spcPts val="0"/>
              </a:spcAft>
              <a:buSzPct val="100000"/>
              <a:buFont typeface="Wingdings" pitchFamily="2"/>
              <a:buChar char="§"/>
              <a:tabLst/>
              <a:defRPr sz="1800" b="0" i="0" u="none" strike="noStrike" kern="0" cap="none" spc="0" baseline="0">
                <a:solidFill>
                  <a:srgbClr val="000000"/>
                </a:solidFill>
                <a:uFillTx/>
              </a:defRPr>
            </a:pPr>
            <a:r>
              <a:rPr lang="en-GB" sz="2800" b="0" i="0" u="none" strike="noStrike" kern="1200" cap="none" spc="0" baseline="0" dirty="0">
                <a:solidFill>
                  <a:srgbClr val="000000"/>
                </a:solidFill>
                <a:uFillTx/>
                <a:latin typeface="Trebuchet MS"/>
              </a:rPr>
              <a:t>A completion system of the subjects</a:t>
            </a:r>
          </a:p>
          <a:p>
            <a:endParaRPr lang="en-GB" dirty="0"/>
          </a:p>
        </p:txBody>
      </p:sp>
    </p:spTree>
    <p:extLst>
      <p:ext uri="{BB962C8B-B14F-4D97-AF65-F5344CB8AC3E}">
        <p14:creationId xmlns:p14="http://schemas.microsoft.com/office/powerpoint/2010/main" val="2626275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6125B9-8A00-B5AE-6C8C-294F932B527E}"/>
              </a:ext>
            </a:extLst>
          </p:cNvPr>
          <p:cNvSpPr>
            <a:spLocks noGrp="1"/>
          </p:cNvSpPr>
          <p:nvPr>
            <p:ph type="title"/>
          </p:nvPr>
        </p:nvSpPr>
        <p:spPr>
          <a:xfrm>
            <a:off x="640080" y="329184"/>
            <a:ext cx="6894576" cy="1783080"/>
          </a:xfrm>
        </p:spPr>
        <p:txBody>
          <a:bodyPr anchor="b">
            <a:normAutofit/>
          </a:bodyPr>
          <a:lstStyle/>
          <a:p>
            <a:br>
              <a:rPr lang="en-GB" sz="3000" b="0" i="0" u="none" strike="noStrike" kern="1200" cap="none" spc="0" baseline="0">
                <a:uFillTx/>
                <a:latin typeface="Trebuchet MS"/>
              </a:rPr>
            </a:br>
            <a:r>
              <a:rPr lang="en-GB" sz="3000" b="0" i="0" u="none" strike="noStrike" kern="1200" cap="none" spc="0" baseline="0">
                <a:uFillTx/>
                <a:latin typeface="Trebuchet MS"/>
              </a:rPr>
              <a:t>How to expand upon the Review System?</a:t>
            </a:r>
            <a:br>
              <a:rPr lang="en-GB" sz="3000" b="0" i="0" u="none" strike="noStrike" kern="1200" cap="none" spc="0" baseline="0">
                <a:uFillTx/>
                <a:latin typeface="Trebuchet MS"/>
              </a:rPr>
            </a:br>
            <a:endParaRPr lang="en-GB" sz="3000"/>
          </a:p>
        </p:txBody>
      </p:sp>
      <p:sp>
        <p:nvSpPr>
          <p:cNvPr id="6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D1BCB2D-A6B0-3138-92FD-2B4BE3F898CA}"/>
              </a:ext>
            </a:extLst>
          </p:cNvPr>
          <p:cNvSpPr>
            <a:spLocks noGrp="1"/>
          </p:cNvSpPr>
          <p:nvPr>
            <p:ph idx="1"/>
          </p:nvPr>
        </p:nvSpPr>
        <p:spPr>
          <a:xfrm>
            <a:off x="640080" y="2706624"/>
            <a:ext cx="6894576" cy="3483864"/>
          </a:xfrm>
        </p:spPr>
        <p:txBody>
          <a:bodyPr>
            <a:normAutofit/>
          </a:bodyPr>
          <a:lstStyle/>
          <a:p>
            <a:pPr marL="0" marR="0" lvl="0" indent="0" defTabSz="457200" rtl="0" fontAlgn="auto" hangingPunct="1">
              <a:spcBef>
                <a:spcPts val="0"/>
              </a:spcBef>
              <a:spcAft>
                <a:spcPts val="0"/>
              </a:spcAft>
              <a:buNone/>
              <a:tabLst/>
              <a:defRPr sz="1800" b="0" i="0" u="none" strike="noStrike" kern="0" cap="none" spc="0" baseline="0">
                <a:solidFill>
                  <a:srgbClr val="000000"/>
                </a:solidFill>
                <a:uFillTx/>
              </a:defRPr>
            </a:pPr>
            <a:endParaRPr lang="en-GB" sz="2200" b="0" i="0" u="none" strike="noStrike" kern="1200" cap="none" spc="0" baseline="0">
              <a:uFillTx/>
              <a:latin typeface="Trebuchet MS"/>
            </a:endParaRPr>
          </a:p>
          <a:p>
            <a:pPr marL="342900" marR="0" lvl="0" indent="-34290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r>
              <a:rPr lang="en-GB" sz="2200" b="0" i="0" u="none" strike="noStrike" kern="1200" cap="none" spc="0" baseline="0">
                <a:uFillTx/>
                <a:latin typeface="Trebuchet MS"/>
              </a:rPr>
              <a:t>Could be a review history.</a:t>
            </a:r>
          </a:p>
          <a:p>
            <a:pPr marL="342900" marR="0" lvl="0" indent="-34290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endParaRPr lang="en-GB" sz="2200" b="0" i="0" u="none" strike="noStrike" kern="1200" cap="none" spc="0" baseline="0">
              <a:uFillTx/>
              <a:latin typeface="Trebuchet MS"/>
            </a:endParaRPr>
          </a:p>
          <a:p>
            <a:pPr marL="342900" marR="0" lvl="0" indent="-34290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endParaRPr lang="en-GB" sz="2200" b="0" i="0" u="none" strike="noStrike" kern="1200" cap="none" spc="0" baseline="0">
              <a:uFillTx/>
              <a:latin typeface="Trebuchet MS"/>
            </a:endParaRPr>
          </a:p>
          <a:p>
            <a:pPr marL="342900" marR="0" lvl="0" indent="-34290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r>
              <a:rPr lang="en-GB" sz="2200" b="0" i="0" u="none" strike="noStrike" kern="1200" cap="none" spc="0" baseline="0">
                <a:uFillTx/>
                <a:latin typeface="Trebuchet MS"/>
              </a:rPr>
              <a:t>Include a star system instead of a number system.</a:t>
            </a:r>
          </a:p>
          <a:p>
            <a:pPr marL="342900" marR="0" lvl="0" indent="-34290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endParaRPr lang="en-GB" sz="2200" b="0" i="0" u="none" strike="noStrike" kern="1200" cap="none" spc="0" baseline="0">
              <a:uFillTx/>
              <a:latin typeface="Trebuchet MS"/>
            </a:endParaRPr>
          </a:p>
          <a:p>
            <a:pPr marL="342900" marR="0" lvl="0" indent="-34290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endParaRPr lang="en-GB" sz="2200" b="0" i="0" u="none" strike="noStrike" kern="1200" cap="none" spc="0" baseline="0">
              <a:uFillTx/>
              <a:latin typeface="Trebuchet MS"/>
            </a:endParaRPr>
          </a:p>
          <a:p>
            <a:pPr marL="342900" marR="0" lvl="0" indent="-34290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r>
              <a:rPr lang="en-GB" sz="2200" b="0" i="0" u="none" strike="noStrike" kern="1200" cap="none" spc="0" baseline="0">
                <a:uFillTx/>
                <a:latin typeface="Trebuchet MS"/>
              </a:rPr>
              <a:t>We could include the date of the review.</a:t>
            </a:r>
          </a:p>
          <a:p>
            <a:pPr marL="342900" marR="0" lvl="0" indent="-34290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endParaRPr lang="en-GB" sz="2200" b="0" i="0" u="none" strike="noStrike" kern="1200" cap="none" spc="0" baseline="0">
              <a:uFillTx/>
              <a:latin typeface="Trebuchet MS"/>
            </a:endParaRPr>
          </a:p>
          <a:p>
            <a:pPr marL="342900" marR="0" lvl="0" indent="-34290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endParaRPr lang="en-GB" sz="2200" b="0" i="0" u="none" strike="noStrike" kern="1200" cap="none" spc="0" baseline="0">
              <a:uFillTx/>
              <a:latin typeface="Trebuchet MS"/>
            </a:endParaRPr>
          </a:p>
          <a:p>
            <a:pPr marL="342900" marR="0" lvl="0" indent="-34290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r>
              <a:rPr lang="en-GB" sz="2200" b="0" i="0" u="none" strike="noStrike" kern="1200" cap="none" spc="0" baseline="0">
                <a:uFillTx/>
                <a:latin typeface="Trebuchet MS"/>
              </a:rPr>
              <a:t>Allow there to be a report button.</a:t>
            </a:r>
          </a:p>
          <a:p>
            <a:endParaRPr lang="en-GB" sz="2200"/>
          </a:p>
        </p:txBody>
      </p:sp>
      <p:pic>
        <p:nvPicPr>
          <p:cNvPr id="7" name="Picture 6">
            <a:extLst>
              <a:ext uri="{FF2B5EF4-FFF2-40B4-BE49-F238E27FC236}">
                <a16:creationId xmlns:a16="http://schemas.microsoft.com/office/drawing/2014/main" id="{FFBC8390-BF8A-EB9B-DA65-FBEAEB894715}"/>
              </a:ext>
            </a:extLst>
          </p:cNvPr>
          <p:cNvPicPr>
            <a:picLocks noChangeAspect="1"/>
          </p:cNvPicPr>
          <p:nvPr/>
        </p:nvPicPr>
        <p:blipFill>
          <a:blip r:embed="rId2">
            <a:extLst>
              <a:ext uri="{28A0092B-C50C-407E-A947-70E740481C1C}">
                <a14:useLocalDpi xmlns:a14="http://schemas.microsoft.com/office/drawing/2010/main" val="0"/>
              </a:ext>
            </a:extLst>
          </a:blip>
          <a:srcRect t="1199" r="4" b="13662"/>
          <a:stretch/>
        </p:blipFill>
        <p:spPr>
          <a:xfrm>
            <a:off x="7863840" y="886387"/>
            <a:ext cx="4014216" cy="2315560"/>
          </a:xfrm>
          <a:prstGeom prst="rect">
            <a:avLst/>
          </a:prstGeom>
        </p:spPr>
      </p:pic>
      <p:pic>
        <p:nvPicPr>
          <p:cNvPr id="9" name="Picture 8">
            <a:extLst>
              <a:ext uri="{FF2B5EF4-FFF2-40B4-BE49-F238E27FC236}">
                <a16:creationId xmlns:a16="http://schemas.microsoft.com/office/drawing/2014/main" id="{615EE7A1-C730-DBB4-1C79-A4873EC2C2B4}"/>
              </a:ext>
            </a:extLst>
          </p:cNvPr>
          <p:cNvPicPr>
            <a:picLocks noChangeAspect="1"/>
          </p:cNvPicPr>
          <p:nvPr/>
        </p:nvPicPr>
        <p:blipFill>
          <a:blip r:embed="rId3">
            <a:extLst>
              <a:ext uri="{28A0092B-C50C-407E-A947-70E740481C1C}">
                <a14:useLocalDpi xmlns:a14="http://schemas.microsoft.com/office/drawing/2010/main" val="0"/>
              </a:ext>
            </a:extLst>
          </a:blip>
          <a:srcRect t="10567" r="4" b="4"/>
          <a:stretch/>
        </p:blipFill>
        <p:spPr>
          <a:xfrm>
            <a:off x="7975430" y="4079193"/>
            <a:ext cx="3772747" cy="2176272"/>
          </a:xfrm>
          <a:prstGeom prst="rect">
            <a:avLst/>
          </a:prstGeom>
        </p:spPr>
      </p:pic>
    </p:spTree>
    <p:extLst>
      <p:ext uri="{BB962C8B-B14F-4D97-AF65-F5344CB8AC3E}">
        <p14:creationId xmlns:p14="http://schemas.microsoft.com/office/powerpoint/2010/main" val="14398841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2660F9-8564-D594-A16A-1855A341FF5A}"/>
              </a:ext>
            </a:extLst>
          </p:cNvPr>
          <p:cNvSpPr>
            <a:spLocks noGrp="1"/>
          </p:cNvSpPr>
          <p:nvPr>
            <p:ph type="title"/>
          </p:nvPr>
        </p:nvSpPr>
        <p:spPr>
          <a:xfrm>
            <a:off x="640080" y="329184"/>
            <a:ext cx="6894576" cy="1783080"/>
          </a:xfrm>
        </p:spPr>
        <p:txBody>
          <a:bodyPr anchor="b">
            <a:normAutofit/>
          </a:bodyPr>
          <a:lstStyle/>
          <a:p>
            <a:r>
              <a:rPr lang="en-GB" sz="3000" b="0" i="0" u="none" strike="noStrike" kern="1200" cap="none" spc="0" baseline="0">
                <a:uFillTx/>
                <a:latin typeface="Trebuchet MS"/>
              </a:rPr>
              <a:t>How could we improve upon the asserting if a subject is completed?</a:t>
            </a:r>
            <a:br>
              <a:rPr lang="en-GB" sz="3000" b="0" i="0" u="none" strike="noStrike" kern="1200" cap="none" spc="0" baseline="0">
                <a:uFillTx/>
                <a:latin typeface="Trebuchet MS"/>
              </a:rPr>
            </a:br>
            <a:endParaRPr lang="en-GB" sz="3000"/>
          </a:p>
        </p:txBody>
      </p:sp>
      <p:sp>
        <p:nvSpPr>
          <p:cNvPr id="5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BF019C-D707-836B-F707-367488CBA38A}"/>
              </a:ext>
            </a:extLst>
          </p:cNvPr>
          <p:cNvSpPr>
            <a:spLocks noGrp="1"/>
          </p:cNvSpPr>
          <p:nvPr>
            <p:ph idx="1"/>
          </p:nvPr>
        </p:nvSpPr>
        <p:spPr>
          <a:xfrm>
            <a:off x="640080" y="2706624"/>
            <a:ext cx="5208022" cy="3483864"/>
          </a:xfrm>
        </p:spPr>
        <p:txBody>
          <a:bodyPr>
            <a:normAutofit/>
          </a:bodyPr>
          <a:lstStyle/>
          <a:p>
            <a:pPr marL="0" marR="0" lvl="0" indent="0" defTabSz="457200" rtl="0" fontAlgn="auto" hangingPunct="1">
              <a:spcBef>
                <a:spcPts val="0"/>
              </a:spcBef>
              <a:spcAft>
                <a:spcPts val="0"/>
              </a:spcAft>
              <a:buNone/>
              <a:tabLst/>
              <a:defRPr sz="1800" b="0" i="0" u="none" strike="noStrike" kern="0" cap="none" spc="0" baseline="0">
                <a:solidFill>
                  <a:srgbClr val="000000"/>
                </a:solidFill>
                <a:uFillTx/>
              </a:defRPr>
            </a:pPr>
            <a:endParaRPr lang="en-GB" sz="1700" b="0" i="0" u="none" strike="noStrike" kern="1200" cap="none" spc="0" baseline="0" dirty="0">
              <a:uFillTx/>
              <a:latin typeface="Trebuchet MS"/>
            </a:endParaRPr>
          </a:p>
          <a:p>
            <a:pPr marL="285750" marR="0" lvl="0" indent="-28575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r>
              <a:rPr lang="en-GB" sz="1700" b="0" i="0" u="none" strike="noStrike" kern="1200" cap="none" spc="0" baseline="0" dirty="0">
                <a:uFillTx/>
                <a:latin typeface="Trebuchet MS"/>
              </a:rPr>
              <a:t>We could have a random data set of unique quizzes after clicking course completed?</a:t>
            </a:r>
          </a:p>
          <a:p>
            <a:pPr marL="0" marR="0" lvl="0" indent="0" defTabSz="457200" rtl="0" fontAlgn="auto" hangingPunct="1">
              <a:spcBef>
                <a:spcPts val="0"/>
              </a:spcBef>
              <a:spcAft>
                <a:spcPts val="0"/>
              </a:spcAft>
              <a:buNone/>
              <a:tabLst/>
              <a:defRPr sz="1800" b="0" i="0" u="none" strike="noStrike" kern="0" cap="none" spc="0" baseline="0">
                <a:solidFill>
                  <a:srgbClr val="000000"/>
                </a:solidFill>
                <a:uFillTx/>
              </a:defRPr>
            </a:pPr>
            <a:endParaRPr lang="en-GB" sz="1700" b="0" i="0" u="none" strike="noStrike" kern="1200" cap="none" spc="0" baseline="0" dirty="0">
              <a:uFillTx/>
              <a:latin typeface="Trebuchet MS"/>
            </a:endParaRPr>
          </a:p>
          <a:p>
            <a:pPr marL="0" marR="0" lvl="0" indent="0" defTabSz="457200" rtl="0" fontAlgn="auto" hangingPunct="1">
              <a:spcBef>
                <a:spcPts val="0"/>
              </a:spcBef>
              <a:spcAft>
                <a:spcPts val="0"/>
              </a:spcAft>
              <a:buNone/>
              <a:tabLst/>
              <a:defRPr sz="1800" b="0" i="0" u="none" strike="noStrike" kern="0" cap="none" spc="0" baseline="0">
                <a:solidFill>
                  <a:srgbClr val="000000"/>
                </a:solidFill>
                <a:uFillTx/>
              </a:defRPr>
            </a:pPr>
            <a:endParaRPr lang="en-GB" sz="1700" b="0" i="0" u="none" strike="noStrike" kern="1200" cap="none" spc="0" baseline="0" dirty="0">
              <a:uFillTx/>
              <a:latin typeface="Trebuchet MS"/>
            </a:endParaRPr>
          </a:p>
          <a:p>
            <a:pPr marL="285750" marR="0" lvl="0" indent="-28575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r>
              <a:rPr lang="en-GB" sz="1700" b="0" i="0" u="none" strike="noStrike" kern="1200" cap="none" spc="0" baseline="0" dirty="0">
                <a:uFillTx/>
                <a:latin typeface="Trebuchet MS"/>
              </a:rPr>
              <a:t>Perhaps colour code the courses based on if they are in progress or completed?</a:t>
            </a:r>
          </a:p>
          <a:p>
            <a:pPr marL="285750" marR="0" lvl="0" indent="-28575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endParaRPr lang="en-GB" sz="1700" b="0" i="0" u="none" strike="noStrike" kern="1200" cap="none" spc="0" baseline="0" dirty="0">
              <a:uFillTx/>
              <a:latin typeface="Trebuchet MS"/>
            </a:endParaRPr>
          </a:p>
          <a:p>
            <a:pPr marL="285750" marR="0" lvl="0" indent="-28575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endParaRPr lang="en-GB" sz="1700" b="0" i="0" u="none" strike="noStrike" kern="1200" cap="none" spc="0" baseline="0" dirty="0">
              <a:uFillTx/>
              <a:latin typeface="Trebuchet MS"/>
            </a:endParaRPr>
          </a:p>
          <a:p>
            <a:pPr marL="285750" marR="0" lvl="0" indent="-28575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endParaRPr lang="en-GB" sz="1700" b="0" i="0" u="none" strike="noStrike" kern="1200" cap="none" spc="0" baseline="0" dirty="0">
              <a:uFillTx/>
              <a:latin typeface="Trebuchet MS"/>
            </a:endParaRPr>
          </a:p>
          <a:p>
            <a:pPr marL="285750" marR="0" lvl="0" indent="-28575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r>
              <a:rPr lang="en-GB" sz="1700" b="0" i="0" u="none" strike="noStrike" kern="1200" cap="none" spc="0" baseline="0" dirty="0">
                <a:uFillTx/>
                <a:latin typeface="Trebuchet MS"/>
              </a:rPr>
              <a:t>Perhaps we also have a list on which courses that the user has completed and is currently in progress of doing.</a:t>
            </a:r>
          </a:p>
          <a:p>
            <a:endParaRPr lang="en-GB" sz="1700" dirty="0"/>
          </a:p>
        </p:txBody>
      </p:sp>
      <p:pic>
        <p:nvPicPr>
          <p:cNvPr id="5" name="Picture 4">
            <a:extLst>
              <a:ext uri="{FF2B5EF4-FFF2-40B4-BE49-F238E27FC236}">
                <a16:creationId xmlns:a16="http://schemas.microsoft.com/office/drawing/2014/main" id="{616597E7-8156-04D2-8777-97A20215D3C7}"/>
              </a:ext>
            </a:extLst>
          </p:cNvPr>
          <p:cNvPicPr>
            <a:picLocks noChangeAspect="1"/>
          </p:cNvPicPr>
          <p:nvPr/>
        </p:nvPicPr>
        <p:blipFill>
          <a:blip r:embed="rId2"/>
          <a:stretch>
            <a:fillRect/>
          </a:stretch>
        </p:blipFill>
        <p:spPr>
          <a:xfrm>
            <a:off x="8174736" y="509209"/>
            <a:ext cx="2351176" cy="2938971"/>
          </a:xfrm>
          <a:prstGeom prst="rect">
            <a:avLst/>
          </a:prstGeom>
          <a:noFill/>
        </p:spPr>
      </p:pic>
      <p:pic>
        <p:nvPicPr>
          <p:cNvPr id="4" name="Picture 3">
            <a:extLst>
              <a:ext uri="{FF2B5EF4-FFF2-40B4-BE49-F238E27FC236}">
                <a16:creationId xmlns:a16="http://schemas.microsoft.com/office/drawing/2014/main" id="{10BF3AAB-A80A-345E-CA0F-EFADBB387732}"/>
              </a:ext>
            </a:extLst>
          </p:cNvPr>
          <p:cNvPicPr>
            <a:picLocks noChangeAspect="1"/>
          </p:cNvPicPr>
          <p:nvPr/>
        </p:nvPicPr>
        <p:blipFill>
          <a:blip r:embed="rId3"/>
          <a:stretch>
            <a:fillRect/>
          </a:stretch>
        </p:blipFill>
        <p:spPr>
          <a:xfrm>
            <a:off x="5905413" y="3879779"/>
            <a:ext cx="6226228" cy="1918856"/>
          </a:xfrm>
          <a:prstGeom prst="rect">
            <a:avLst/>
          </a:prstGeom>
          <a:noFill/>
        </p:spPr>
      </p:pic>
    </p:spTree>
    <p:extLst>
      <p:ext uri="{BB962C8B-B14F-4D97-AF65-F5344CB8AC3E}">
        <p14:creationId xmlns:p14="http://schemas.microsoft.com/office/powerpoint/2010/main" val="3242901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4A3DE0-FB11-2A33-40C4-57145A6F55B7}"/>
              </a:ext>
            </a:extLst>
          </p:cNvPr>
          <p:cNvSpPr>
            <a:spLocks noGrp="1"/>
          </p:cNvSpPr>
          <p:nvPr>
            <p:ph type="title"/>
          </p:nvPr>
        </p:nvSpPr>
        <p:spPr>
          <a:xfrm>
            <a:off x="630936" y="639520"/>
            <a:ext cx="3429000" cy="1719072"/>
          </a:xfrm>
        </p:spPr>
        <p:txBody>
          <a:bodyPr anchor="b">
            <a:normAutofit/>
          </a:bodyPr>
          <a:lstStyle/>
          <a:p>
            <a:r>
              <a:rPr lang="en-GB" sz="2600" b="0" i="0" u="none" strike="noStrike" kern="1200" cap="none" spc="0" baseline="0">
                <a:uFillTx/>
                <a:latin typeface="Trebuchet MS"/>
              </a:rPr>
              <a:t>How could we improve upon the avatar system?</a:t>
            </a:r>
            <a:br>
              <a:rPr lang="en-GB" sz="2600" b="0" i="0" u="none" strike="noStrike" kern="1200" cap="none" spc="0" baseline="0">
                <a:uFillTx/>
                <a:latin typeface="Trebuchet MS"/>
              </a:rPr>
            </a:br>
            <a:endParaRPr lang="en-GB" sz="2600"/>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24B6C4F-A545-35F8-2704-ECE40B524760}"/>
              </a:ext>
            </a:extLst>
          </p:cNvPr>
          <p:cNvSpPr>
            <a:spLocks noGrp="1"/>
          </p:cNvSpPr>
          <p:nvPr>
            <p:ph idx="1"/>
          </p:nvPr>
        </p:nvSpPr>
        <p:spPr>
          <a:xfrm>
            <a:off x="630936" y="2807208"/>
            <a:ext cx="3429000" cy="3410712"/>
          </a:xfrm>
        </p:spPr>
        <p:txBody>
          <a:bodyPr anchor="t">
            <a:normAutofit/>
          </a:bodyPr>
          <a:lstStyle/>
          <a:p>
            <a:pPr marL="342900" marR="0" lvl="0" indent="-34290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r>
              <a:rPr lang="en-GB" sz="2200" b="0" i="0" u="none" strike="noStrike" kern="1200" cap="none" spc="0" baseline="0">
                <a:uFillTx/>
                <a:latin typeface="Trebuchet MS"/>
              </a:rPr>
              <a:t>Include more additional avatars for users to choose from</a:t>
            </a:r>
          </a:p>
          <a:p>
            <a:pPr marL="0" marR="0" lvl="0" indent="0" defTabSz="457200" rtl="0" fontAlgn="auto" hangingPunct="1">
              <a:spcBef>
                <a:spcPts val="0"/>
              </a:spcBef>
              <a:spcAft>
                <a:spcPts val="0"/>
              </a:spcAft>
              <a:buSzPct val="100000"/>
              <a:buNone/>
              <a:tabLst/>
              <a:defRPr sz="1800" b="0" i="0" u="none" strike="noStrike" kern="0" cap="none" spc="0" baseline="0">
                <a:solidFill>
                  <a:srgbClr val="000000"/>
                </a:solidFill>
                <a:uFillTx/>
              </a:defRPr>
            </a:pPr>
            <a:endParaRPr lang="en-GB" sz="2200" b="0" i="0" u="none" strike="noStrike" kern="1200" cap="none" spc="0" baseline="0">
              <a:uFillTx/>
              <a:latin typeface="Trebuchet MS"/>
            </a:endParaRPr>
          </a:p>
          <a:p>
            <a:pPr marL="342900" marR="0" lvl="0" indent="-342900" defTabSz="457200" rtl="0" fontAlgn="auto" hangingPunct="1">
              <a:spcBef>
                <a:spcPts val="0"/>
              </a:spcBef>
              <a:spcAft>
                <a:spcPts val="0"/>
              </a:spcAft>
              <a:buSzPct val="100000"/>
              <a:buFont typeface="Wingdings" pitchFamily="2"/>
              <a:buChar char="§"/>
              <a:tabLst/>
              <a:defRPr sz="1800" b="0" i="0" u="none" strike="noStrike" kern="0" cap="none" spc="0" baseline="0">
                <a:solidFill>
                  <a:srgbClr val="000000"/>
                </a:solidFill>
                <a:uFillTx/>
              </a:defRPr>
            </a:pPr>
            <a:r>
              <a:rPr lang="en-GB" sz="2200" b="0" i="0" u="none" strike="noStrike" kern="1200" cap="none" spc="0" baseline="0">
                <a:uFillTx/>
                <a:latin typeface="Trebuchet MS"/>
              </a:rPr>
              <a:t> Add a wider diversity of cosmetics for users to choose from to customise avatars</a:t>
            </a:r>
          </a:p>
          <a:p>
            <a:endParaRPr lang="en-GB" sz="2200"/>
          </a:p>
        </p:txBody>
      </p:sp>
      <p:pic>
        <p:nvPicPr>
          <p:cNvPr id="4" name="Picture 3">
            <a:extLst>
              <a:ext uri="{FF2B5EF4-FFF2-40B4-BE49-F238E27FC236}">
                <a16:creationId xmlns:a16="http://schemas.microsoft.com/office/drawing/2014/main" id="{4ED627BE-AF58-FB17-BD47-2096385E35CB}"/>
              </a:ext>
            </a:extLst>
          </p:cNvPr>
          <p:cNvPicPr>
            <a:picLocks noChangeAspect="1"/>
          </p:cNvPicPr>
          <p:nvPr/>
        </p:nvPicPr>
        <p:blipFill>
          <a:blip r:embed="rId2"/>
          <a:stretch>
            <a:fillRect/>
          </a:stretch>
        </p:blipFill>
        <p:spPr>
          <a:xfrm>
            <a:off x="4654296" y="1841145"/>
            <a:ext cx="6903720" cy="3175710"/>
          </a:xfrm>
          <a:prstGeom prst="rect">
            <a:avLst/>
          </a:prstGeom>
          <a:noFill/>
        </p:spPr>
      </p:pic>
    </p:spTree>
    <p:extLst>
      <p:ext uri="{BB962C8B-B14F-4D97-AF65-F5344CB8AC3E}">
        <p14:creationId xmlns:p14="http://schemas.microsoft.com/office/powerpoint/2010/main" val="111446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1090</Words>
  <Application>Microsoft Macintosh PowerPoint</Application>
  <PresentationFormat>Widescreen</PresentationFormat>
  <Paragraphs>142</Paragraphs>
  <Slides>27</Slides>
  <Notes>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27</vt:i4>
      </vt:variant>
    </vt:vector>
  </HeadingPairs>
  <TitlesOfParts>
    <vt:vector size="36" baseType="lpstr">
      <vt:lpstr>Aptos</vt:lpstr>
      <vt:lpstr>Aptos Display</vt:lpstr>
      <vt:lpstr>Arial</vt:lpstr>
      <vt:lpstr>Calibri</vt:lpstr>
      <vt:lpstr>Calibri Light</vt:lpstr>
      <vt:lpstr>Trebuchet MS</vt:lpstr>
      <vt:lpstr>Wingdings</vt:lpstr>
      <vt:lpstr>Office Theme</vt:lpstr>
      <vt:lpstr>Office Theme</vt:lpstr>
      <vt:lpstr>   Overview of the project purpose</vt:lpstr>
      <vt:lpstr>Project Background</vt:lpstr>
      <vt:lpstr>The problem we want to solve…</vt:lpstr>
      <vt:lpstr>The solution!</vt:lpstr>
      <vt:lpstr>Purpose: Personal Learning goals</vt:lpstr>
      <vt:lpstr>Purpose: Leaderboard </vt:lpstr>
      <vt:lpstr>Purpose:  Credits and Avatars</vt:lpstr>
      <vt:lpstr>Impact on Students</vt:lpstr>
      <vt:lpstr>Software Architecture of IBM SkillsBuild Gamification</vt:lpstr>
      <vt:lpstr>What we considered when choosing the technology to use</vt:lpstr>
      <vt:lpstr>Backend: Spring and MySQL</vt:lpstr>
      <vt:lpstr>Front End: JSP, JS, CSS</vt:lpstr>
      <vt:lpstr>Improvements that could have been made in the Software Architecture</vt:lpstr>
      <vt:lpstr>Task Allocation</vt:lpstr>
      <vt:lpstr>How was it done?</vt:lpstr>
      <vt:lpstr>How was it done?</vt:lpstr>
      <vt:lpstr>Evidence of Allocation</vt:lpstr>
      <vt:lpstr>Evidence of Success</vt:lpstr>
      <vt:lpstr>   Group Involvement in Scrum Events</vt:lpstr>
      <vt:lpstr>Scrum Events</vt:lpstr>
      <vt:lpstr>Standup Meetings – Format</vt:lpstr>
      <vt:lpstr>Standup Meetings – Results</vt:lpstr>
      <vt:lpstr> Realistic plans to take this project onwards</vt:lpstr>
      <vt:lpstr> What are potential areas that we could expand upon? </vt:lpstr>
      <vt:lpstr> How to expand upon the Review System? </vt:lpstr>
      <vt:lpstr>How could we improve upon the asserting if a subject is completed? </vt:lpstr>
      <vt:lpstr>How could we improve upon the avatar system?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King, John</dc:creator>
  <cp:lastModifiedBy>Carter, Haydn J.</cp:lastModifiedBy>
  <cp:revision>6</cp:revision>
  <dcterms:created xsi:type="dcterms:W3CDTF">2025-05-01T11:23:29Z</dcterms:created>
  <dcterms:modified xsi:type="dcterms:W3CDTF">2025-05-01T14:57:35Z</dcterms:modified>
</cp:coreProperties>
</file>